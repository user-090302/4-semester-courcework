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7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18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www.instagram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001 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415600" y="2574580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432800" y="5715300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7062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002 Intr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1" name="Google Shape;51;p4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6072725" y="1583975"/>
            <a:ext cx="53226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body" idx="1"/>
          </p:nvPr>
        </p:nvSpPr>
        <p:spPr>
          <a:xfrm>
            <a:off x="6072700" y="2988275"/>
            <a:ext cx="53226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5" name="Google Shape;85;p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4002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003 Talking Poin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88" name="Google Shape;88;p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400" y="669575"/>
            <a:ext cx="11055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720400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2"/>
          </p:nvPr>
        </p:nvSpPr>
        <p:spPr>
          <a:xfrm>
            <a:off x="4678325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3"/>
          </p:nvPr>
        </p:nvSpPr>
        <p:spPr>
          <a:xfrm>
            <a:off x="720400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4"/>
          </p:nvPr>
        </p:nvSpPr>
        <p:spPr>
          <a:xfrm>
            <a:off x="4678325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5"/>
          </p:nvPr>
        </p:nvSpPr>
        <p:spPr>
          <a:xfrm>
            <a:off x="720400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6"/>
          </p:nvPr>
        </p:nvSpPr>
        <p:spPr>
          <a:xfrm>
            <a:off x="4678325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title" idx="7"/>
          </p:nvPr>
        </p:nvSpPr>
        <p:spPr>
          <a:xfrm>
            <a:off x="720400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 idx="8"/>
          </p:nvPr>
        </p:nvSpPr>
        <p:spPr>
          <a:xfrm>
            <a:off x="4678325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1823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004 Section Titl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386975" y="2965625"/>
            <a:ext cx="7389300" cy="207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4386975" y="2041175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34" name="Google Shape;134;p6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0221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006 Two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69" name="Google Shape;169;p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 txBox="1">
            <a:spLocks noGrp="1"/>
          </p:cNvSpPr>
          <p:nvPr>
            <p:ph type="subTitle" idx="1"/>
          </p:nvPr>
        </p:nvSpPr>
        <p:spPr>
          <a:xfrm>
            <a:off x="873360" y="1813775"/>
            <a:ext cx="49611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subTitle" idx="2"/>
          </p:nvPr>
        </p:nvSpPr>
        <p:spPr>
          <a:xfrm>
            <a:off x="6464155" y="1813775"/>
            <a:ext cx="49608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873350" y="8363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4" name="Google Shape;204;p7"/>
          <p:cNvSpPr txBox="1">
            <a:spLocks noGrp="1"/>
          </p:cNvSpPr>
          <p:nvPr>
            <p:ph type="body" idx="3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5" name="Google Shape;205;p7"/>
          <p:cNvSpPr txBox="1">
            <a:spLocks noGrp="1"/>
          </p:cNvSpPr>
          <p:nvPr>
            <p:ph type="body" idx="4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6" name="Google Shape;206;p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28763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005 One colum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8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09" name="Google Shape;209;p8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8"/>
          <p:cNvSpPr txBox="1">
            <a:spLocks noGrp="1"/>
          </p:cNvSpPr>
          <p:nvPr>
            <p:ph type="subTitle" idx="1"/>
          </p:nvPr>
        </p:nvSpPr>
        <p:spPr>
          <a:xfrm>
            <a:off x="2474965" y="2530200"/>
            <a:ext cx="729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2" name="Google Shape;242;p8"/>
          <p:cNvSpPr txBox="1">
            <a:spLocks noGrp="1"/>
          </p:cNvSpPr>
          <p:nvPr>
            <p:ph type="title"/>
          </p:nvPr>
        </p:nvSpPr>
        <p:spPr>
          <a:xfrm>
            <a:off x="2425525" y="1099400"/>
            <a:ext cx="729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3" name="Google Shape;243;p8"/>
          <p:cNvSpPr txBox="1">
            <a:spLocks noGrp="1"/>
          </p:cNvSpPr>
          <p:nvPr>
            <p:ph type="body" idx="2"/>
          </p:nvPr>
        </p:nvSpPr>
        <p:spPr>
          <a:xfrm>
            <a:off x="2474975" y="3190375"/>
            <a:ext cx="7291500" cy="26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4" name="Google Shape;244;p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1115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007 Quote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47" name="Google Shape;247;p9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subTitle" idx="1"/>
          </p:nvPr>
        </p:nvSpPr>
        <p:spPr>
          <a:xfrm>
            <a:off x="632875" y="5919475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8498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009 Big Title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0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84" name="Google Shape;284;p10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0"/>
          <p:cNvSpPr txBox="1">
            <a:spLocks noGrp="1"/>
          </p:cNvSpPr>
          <p:nvPr>
            <p:ph type="title"/>
          </p:nvPr>
        </p:nvSpPr>
        <p:spPr>
          <a:xfrm>
            <a:off x="548200" y="199207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991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008 Three 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1"/>
          <p:cNvGrpSpPr/>
          <p:nvPr/>
        </p:nvGrpSpPr>
        <p:grpSpPr>
          <a:xfrm flipH="1">
            <a:off x="21700" y="2918637"/>
            <a:ext cx="12245912" cy="3938882"/>
            <a:chOff x="4435" y="7748593"/>
            <a:chExt cx="12182563" cy="5161009"/>
          </a:xfrm>
        </p:grpSpPr>
        <p:sp>
          <p:nvSpPr>
            <p:cNvPr id="320" name="Google Shape;320;p1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1"/>
          <p:cNvSpPr txBox="1">
            <a:spLocks noGrp="1"/>
          </p:cNvSpPr>
          <p:nvPr>
            <p:ph type="subTitle" idx="1"/>
          </p:nvPr>
        </p:nvSpPr>
        <p:spPr>
          <a:xfrm>
            <a:off x="565634" y="1729975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3" name="Google Shape;353;p11"/>
          <p:cNvSpPr txBox="1">
            <a:spLocks noGrp="1"/>
          </p:cNvSpPr>
          <p:nvPr>
            <p:ph type="subTitle" idx="2"/>
          </p:nvPr>
        </p:nvSpPr>
        <p:spPr>
          <a:xfrm>
            <a:off x="564884" y="3334868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4" name="Google Shape;354;p11"/>
          <p:cNvSpPr txBox="1">
            <a:spLocks noGrp="1"/>
          </p:cNvSpPr>
          <p:nvPr>
            <p:ph type="subTitle" idx="3"/>
          </p:nvPr>
        </p:nvSpPr>
        <p:spPr>
          <a:xfrm>
            <a:off x="564884" y="4939762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5" name="Google Shape;355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6" name="Google Shape;356;p11"/>
          <p:cNvSpPr txBox="1">
            <a:spLocks noGrp="1"/>
          </p:cNvSpPr>
          <p:nvPr>
            <p:ph type="body" idx="4"/>
          </p:nvPr>
        </p:nvSpPr>
        <p:spPr>
          <a:xfrm>
            <a:off x="565625" y="2167925"/>
            <a:ext cx="108975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7" name="Google Shape;357;p11"/>
          <p:cNvSpPr txBox="1">
            <a:spLocks noGrp="1"/>
          </p:cNvSpPr>
          <p:nvPr>
            <p:ph type="body" idx="5"/>
          </p:nvPr>
        </p:nvSpPr>
        <p:spPr>
          <a:xfrm>
            <a:off x="564875" y="3761388"/>
            <a:ext cx="108975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8" name="Google Shape;358;p11"/>
          <p:cNvSpPr txBox="1">
            <a:spLocks noGrp="1"/>
          </p:cNvSpPr>
          <p:nvPr>
            <p:ph type="body" idx="6"/>
          </p:nvPr>
        </p:nvSpPr>
        <p:spPr>
          <a:xfrm>
            <a:off x="564875" y="5353050"/>
            <a:ext cx="108990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9" name="Google Shape;359;p11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3318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eam">
  <p:cSld name="008 Team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362" name="Google Shape;362;p1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2"/>
          <p:cNvSpPr txBox="1">
            <a:spLocks noGrp="1"/>
          </p:cNvSpPr>
          <p:nvPr>
            <p:ph type="subTitle" idx="1"/>
          </p:nvPr>
        </p:nvSpPr>
        <p:spPr>
          <a:xfrm>
            <a:off x="118905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5" name="Google Shape;395;p12"/>
          <p:cNvSpPr txBox="1">
            <a:spLocks noGrp="1"/>
          </p:cNvSpPr>
          <p:nvPr>
            <p:ph type="subTitle" idx="2"/>
          </p:nvPr>
        </p:nvSpPr>
        <p:spPr>
          <a:xfrm>
            <a:off x="471330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6" name="Google Shape;396;p12"/>
          <p:cNvSpPr txBox="1">
            <a:spLocks noGrp="1"/>
          </p:cNvSpPr>
          <p:nvPr>
            <p:ph type="subTitle" idx="3"/>
          </p:nvPr>
        </p:nvSpPr>
        <p:spPr>
          <a:xfrm>
            <a:off x="8237552" y="4020675"/>
            <a:ext cx="26586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7" name="Google Shape;397;p12"/>
          <p:cNvSpPr txBox="1">
            <a:spLocks noGrp="1"/>
          </p:cNvSpPr>
          <p:nvPr>
            <p:ph type="title"/>
          </p:nvPr>
        </p:nvSpPr>
        <p:spPr>
          <a:xfrm>
            <a:off x="1189050" y="669575"/>
            <a:ext cx="9707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8" name="Google Shape;398;p12"/>
          <p:cNvSpPr txBox="1">
            <a:spLocks noGrp="1"/>
          </p:cNvSpPr>
          <p:nvPr>
            <p:ph type="body" idx="4"/>
          </p:nvPr>
        </p:nvSpPr>
        <p:spPr>
          <a:xfrm>
            <a:off x="1189050" y="4458625"/>
            <a:ext cx="26589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99" name="Google Shape;399;p12"/>
          <p:cNvSpPr txBox="1">
            <a:spLocks noGrp="1"/>
          </p:cNvSpPr>
          <p:nvPr>
            <p:ph type="body" idx="5"/>
          </p:nvPr>
        </p:nvSpPr>
        <p:spPr>
          <a:xfrm>
            <a:off x="4713300" y="4447196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0" name="Google Shape;400;p12"/>
          <p:cNvSpPr txBox="1">
            <a:spLocks noGrp="1"/>
          </p:cNvSpPr>
          <p:nvPr>
            <p:ph type="body" idx="6"/>
          </p:nvPr>
        </p:nvSpPr>
        <p:spPr>
          <a:xfrm>
            <a:off x="8237550" y="4433967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1" name="Google Shape;401;p1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0219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Percentages">
  <p:cSld name="012 Percentages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3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04" name="Google Shape;404;p13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13"/>
          <p:cNvSpPr txBox="1">
            <a:spLocks noGrp="1"/>
          </p:cNvSpPr>
          <p:nvPr>
            <p:ph type="title" hasCustomPrompt="1"/>
          </p:nvPr>
        </p:nvSpPr>
        <p:spPr>
          <a:xfrm>
            <a:off x="715025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37" name="Google Shape;437;p13"/>
          <p:cNvSpPr txBox="1">
            <a:spLocks noGrp="1"/>
          </p:cNvSpPr>
          <p:nvPr>
            <p:ph type="title" idx="2"/>
          </p:nvPr>
        </p:nvSpPr>
        <p:spPr>
          <a:xfrm>
            <a:off x="715025" y="898175"/>
            <a:ext cx="10714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8" name="Google Shape;438;p13"/>
          <p:cNvSpPr txBox="1">
            <a:spLocks noGrp="1"/>
          </p:cNvSpPr>
          <p:nvPr>
            <p:ph type="title" idx="3" hasCustomPrompt="1"/>
          </p:nvPr>
        </p:nvSpPr>
        <p:spPr>
          <a:xfrm>
            <a:off x="4516336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39" name="Google Shape;439;p13"/>
          <p:cNvSpPr txBox="1">
            <a:spLocks noGrp="1"/>
          </p:cNvSpPr>
          <p:nvPr>
            <p:ph type="title" idx="4" hasCustomPrompt="1"/>
          </p:nvPr>
        </p:nvSpPr>
        <p:spPr>
          <a:xfrm>
            <a:off x="8481454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40" name="Google Shape;440;p13"/>
          <p:cNvSpPr txBox="1">
            <a:spLocks noGrp="1"/>
          </p:cNvSpPr>
          <p:nvPr>
            <p:ph type="body" idx="1"/>
          </p:nvPr>
        </p:nvSpPr>
        <p:spPr>
          <a:xfrm>
            <a:off x="8481446" y="361972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1" name="Google Shape;441;p13"/>
          <p:cNvSpPr txBox="1">
            <a:spLocks noGrp="1"/>
          </p:cNvSpPr>
          <p:nvPr>
            <p:ph type="body" idx="5"/>
          </p:nvPr>
        </p:nvSpPr>
        <p:spPr>
          <a:xfrm>
            <a:off x="451634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2" name="Google Shape;442;p13"/>
          <p:cNvSpPr txBox="1">
            <a:spLocks noGrp="1"/>
          </p:cNvSpPr>
          <p:nvPr>
            <p:ph type="body" idx="6"/>
          </p:nvPr>
        </p:nvSpPr>
        <p:spPr>
          <a:xfrm>
            <a:off x="71502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3" name="Google Shape;443;p13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39662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013 Six columns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 txBox="1">
            <a:spLocks noGrp="1"/>
          </p:cNvSpPr>
          <p:nvPr>
            <p:ph type="subTitle" idx="1"/>
          </p:nvPr>
        </p:nvSpPr>
        <p:spPr>
          <a:xfrm>
            <a:off x="720400" y="216360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6" name="Google Shape;446;p14"/>
          <p:cNvSpPr txBox="1">
            <a:spLocks noGrp="1"/>
          </p:cNvSpPr>
          <p:nvPr>
            <p:ph type="subTitle" idx="2"/>
          </p:nvPr>
        </p:nvSpPr>
        <p:spPr>
          <a:xfrm>
            <a:off x="720400" y="4020325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7" name="Google Shape;447;p14"/>
          <p:cNvSpPr txBox="1">
            <a:spLocks noGrp="1"/>
          </p:cNvSpPr>
          <p:nvPr>
            <p:ph type="subTitle" idx="3"/>
          </p:nvPr>
        </p:nvSpPr>
        <p:spPr>
          <a:xfrm>
            <a:off x="8381787" y="217298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8" name="Google Shape;448;p14"/>
          <p:cNvSpPr txBox="1">
            <a:spLocks noGrp="1"/>
          </p:cNvSpPr>
          <p:nvPr>
            <p:ph type="subTitle" idx="4"/>
          </p:nvPr>
        </p:nvSpPr>
        <p:spPr>
          <a:xfrm>
            <a:off x="4571787" y="218095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9" name="Google Shape;449;p14"/>
          <p:cNvSpPr txBox="1">
            <a:spLocks noGrp="1"/>
          </p:cNvSpPr>
          <p:nvPr>
            <p:ph type="subTitle" idx="5"/>
          </p:nvPr>
        </p:nvSpPr>
        <p:spPr>
          <a:xfrm>
            <a:off x="4571787" y="4020325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0" name="Google Shape;450;p14"/>
          <p:cNvSpPr txBox="1">
            <a:spLocks noGrp="1"/>
          </p:cNvSpPr>
          <p:nvPr>
            <p:ph type="subTitle" idx="6"/>
          </p:nvPr>
        </p:nvSpPr>
        <p:spPr>
          <a:xfrm>
            <a:off x="8381787" y="400178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1" name="Google Shape;451;p14"/>
          <p:cNvSpPr txBox="1">
            <a:spLocks noGrp="1"/>
          </p:cNvSpPr>
          <p:nvPr>
            <p:ph type="title"/>
          </p:nvPr>
        </p:nvSpPr>
        <p:spPr>
          <a:xfrm>
            <a:off x="720400" y="898175"/>
            <a:ext cx="1091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2" name="Google Shape;452;p14"/>
          <p:cNvSpPr txBox="1">
            <a:spLocks noGrp="1"/>
          </p:cNvSpPr>
          <p:nvPr>
            <p:ph type="body" idx="7"/>
          </p:nvPr>
        </p:nvSpPr>
        <p:spPr>
          <a:xfrm>
            <a:off x="4571787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3" name="Google Shape;453;p14"/>
          <p:cNvSpPr txBox="1">
            <a:spLocks noGrp="1"/>
          </p:cNvSpPr>
          <p:nvPr>
            <p:ph type="body" idx="8"/>
          </p:nvPr>
        </p:nvSpPr>
        <p:spPr>
          <a:xfrm>
            <a:off x="8381787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4" name="Google Shape;454;p14"/>
          <p:cNvSpPr txBox="1">
            <a:spLocks noGrp="1"/>
          </p:cNvSpPr>
          <p:nvPr>
            <p:ph type="body" idx="9"/>
          </p:nvPr>
        </p:nvSpPr>
        <p:spPr>
          <a:xfrm>
            <a:off x="4571787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5" name="Google Shape;455;p14"/>
          <p:cNvSpPr txBox="1">
            <a:spLocks noGrp="1"/>
          </p:cNvSpPr>
          <p:nvPr>
            <p:ph type="body" idx="13"/>
          </p:nvPr>
        </p:nvSpPr>
        <p:spPr>
          <a:xfrm>
            <a:off x="720400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6" name="Google Shape;456;p14"/>
          <p:cNvSpPr txBox="1">
            <a:spLocks noGrp="1"/>
          </p:cNvSpPr>
          <p:nvPr>
            <p:ph type="body" idx="14"/>
          </p:nvPr>
        </p:nvSpPr>
        <p:spPr>
          <a:xfrm>
            <a:off x="8381787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7" name="Google Shape;457;p14"/>
          <p:cNvSpPr txBox="1">
            <a:spLocks noGrp="1"/>
          </p:cNvSpPr>
          <p:nvPr>
            <p:ph type="body" idx="15"/>
          </p:nvPr>
        </p:nvSpPr>
        <p:spPr>
          <a:xfrm>
            <a:off x="720400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458" name="Google Shape;458;p14"/>
          <p:cNvGrpSpPr/>
          <p:nvPr/>
        </p:nvGrpSpPr>
        <p:grpSpPr>
          <a:xfrm rot="10800000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59" name="Google Shape;459;p14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0949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014 Map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15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94" name="Google Shape;494;p1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15"/>
          <p:cNvSpPr txBox="1">
            <a:spLocks noGrp="1"/>
          </p:cNvSpPr>
          <p:nvPr>
            <p:ph type="subTitle" idx="1"/>
          </p:nvPr>
        </p:nvSpPr>
        <p:spPr>
          <a:xfrm>
            <a:off x="8378500" y="1882375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7" name="Google Shape;527;p15"/>
          <p:cNvSpPr txBox="1">
            <a:spLocks noGrp="1"/>
          </p:cNvSpPr>
          <p:nvPr>
            <p:ph type="subTitle" idx="2"/>
          </p:nvPr>
        </p:nvSpPr>
        <p:spPr>
          <a:xfrm>
            <a:off x="8378500" y="4102757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8" name="Google Shape;528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29" name="Google Shape;529;p15"/>
          <p:cNvSpPr txBox="1">
            <a:spLocks noGrp="1"/>
          </p:cNvSpPr>
          <p:nvPr>
            <p:ph type="body" idx="3"/>
          </p:nvPr>
        </p:nvSpPr>
        <p:spPr>
          <a:xfrm>
            <a:off x="8378500" y="2318375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0" name="Google Shape;530;p15"/>
          <p:cNvSpPr txBox="1">
            <a:spLocks noGrp="1"/>
          </p:cNvSpPr>
          <p:nvPr>
            <p:ph type="body" idx="4"/>
          </p:nvPr>
        </p:nvSpPr>
        <p:spPr>
          <a:xfrm>
            <a:off x="8378500" y="4506700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1" name="Google Shape;531;p1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043944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015 Timeline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16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34" name="Google Shape;534;p16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" name="Google Shape;566;p16"/>
          <p:cNvSpPr txBox="1">
            <a:spLocks noGrp="1"/>
          </p:cNvSpPr>
          <p:nvPr>
            <p:ph type="subTitle" idx="1"/>
          </p:nvPr>
        </p:nvSpPr>
        <p:spPr>
          <a:xfrm>
            <a:off x="415600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7" name="Google Shape;567;p16"/>
          <p:cNvSpPr txBox="1">
            <a:spLocks noGrp="1"/>
          </p:cNvSpPr>
          <p:nvPr>
            <p:ph type="subTitle" idx="2"/>
          </p:nvPr>
        </p:nvSpPr>
        <p:spPr>
          <a:xfrm>
            <a:off x="277537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8" name="Google Shape;568;p16"/>
          <p:cNvSpPr txBox="1">
            <a:spLocks noGrp="1"/>
          </p:cNvSpPr>
          <p:nvPr>
            <p:ph type="subTitle" idx="3"/>
          </p:nvPr>
        </p:nvSpPr>
        <p:spPr>
          <a:xfrm>
            <a:off x="5135153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9" name="Google Shape;569;p16"/>
          <p:cNvSpPr txBox="1">
            <a:spLocks noGrp="1"/>
          </p:cNvSpPr>
          <p:nvPr>
            <p:ph type="subTitle" idx="4"/>
          </p:nvPr>
        </p:nvSpPr>
        <p:spPr>
          <a:xfrm>
            <a:off x="7494930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0" name="Google Shape;570;p16"/>
          <p:cNvSpPr txBox="1">
            <a:spLocks noGrp="1"/>
          </p:cNvSpPr>
          <p:nvPr>
            <p:ph type="subTitle" idx="5"/>
          </p:nvPr>
        </p:nvSpPr>
        <p:spPr>
          <a:xfrm>
            <a:off x="985470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1" name="Google Shape;571;p16"/>
          <p:cNvSpPr txBox="1">
            <a:spLocks noGrp="1"/>
          </p:cNvSpPr>
          <p:nvPr>
            <p:ph type="title"/>
          </p:nvPr>
        </p:nvSpPr>
        <p:spPr>
          <a:xfrm>
            <a:off x="415600" y="974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72" name="Google Shape;572;p16"/>
          <p:cNvSpPr txBox="1">
            <a:spLocks noGrp="1"/>
          </p:cNvSpPr>
          <p:nvPr>
            <p:ph type="body" idx="6"/>
          </p:nvPr>
        </p:nvSpPr>
        <p:spPr>
          <a:xfrm>
            <a:off x="4156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3" name="Google Shape;573;p16"/>
          <p:cNvSpPr txBox="1">
            <a:spLocks noGrp="1"/>
          </p:cNvSpPr>
          <p:nvPr>
            <p:ph type="body" idx="7"/>
          </p:nvPr>
        </p:nvSpPr>
        <p:spPr>
          <a:xfrm>
            <a:off x="277537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4" name="Google Shape;574;p16"/>
          <p:cNvSpPr txBox="1">
            <a:spLocks noGrp="1"/>
          </p:cNvSpPr>
          <p:nvPr>
            <p:ph type="body" idx="8"/>
          </p:nvPr>
        </p:nvSpPr>
        <p:spPr>
          <a:xfrm>
            <a:off x="513515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5" name="Google Shape;575;p16"/>
          <p:cNvSpPr txBox="1">
            <a:spLocks noGrp="1"/>
          </p:cNvSpPr>
          <p:nvPr>
            <p:ph type="body" idx="9"/>
          </p:nvPr>
        </p:nvSpPr>
        <p:spPr>
          <a:xfrm>
            <a:off x="749492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6" name="Google Shape;576;p16"/>
          <p:cNvSpPr txBox="1">
            <a:spLocks noGrp="1"/>
          </p:cNvSpPr>
          <p:nvPr>
            <p:ph type="body" idx="13"/>
          </p:nvPr>
        </p:nvSpPr>
        <p:spPr>
          <a:xfrm>
            <a:off x="98547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7" name="Google Shape;577;p1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3990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6 Title and text left">
  <p:cSld name="016 Title and text left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"/>
          <p:cNvSpPr txBox="1">
            <a:spLocks noGrp="1"/>
          </p:cNvSpPr>
          <p:nvPr>
            <p:ph type="title"/>
          </p:nvPr>
        </p:nvSpPr>
        <p:spPr>
          <a:xfrm>
            <a:off x="644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body" idx="1"/>
          </p:nvPr>
        </p:nvSpPr>
        <p:spPr>
          <a:xfrm>
            <a:off x="644050" y="2097700"/>
            <a:ext cx="5581500" cy="3565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581" name="Google Shape;581;p1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82" name="Google Shape;582;p1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1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41869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017 Title and text right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>
            <a:spLocks noGrp="1"/>
          </p:cNvSpPr>
          <p:nvPr>
            <p:ph type="title"/>
          </p:nvPr>
        </p:nvSpPr>
        <p:spPr>
          <a:xfrm>
            <a:off x="5978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17" name="Google Shape;617;p18"/>
          <p:cNvSpPr txBox="1">
            <a:spLocks noGrp="1"/>
          </p:cNvSpPr>
          <p:nvPr>
            <p:ph type="body" idx="1"/>
          </p:nvPr>
        </p:nvSpPr>
        <p:spPr>
          <a:xfrm>
            <a:off x="5978300" y="2508425"/>
            <a:ext cx="5581500" cy="310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618" name="Google Shape;618;p18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619" name="Google Shape;619;p18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1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76610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018 Custom Layout 1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20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691" name="Google Shape;691;p20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0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0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20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0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20"/>
          <p:cNvSpPr txBox="1">
            <a:spLocks noGrp="1"/>
          </p:cNvSpPr>
          <p:nvPr>
            <p:ph type="subTitle" idx="1"/>
          </p:nvPr>
        </p:nvSpPr>
        <p:spPr>
          <a:xfrm>
            <a:off x="4918475" y="2716900"/>
            <a:ext cx="558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r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24" name="Google Shape;724;p20"/>
          <p:cNvSpPr txBox="1">
            <a:spLocks noGrp="1"/>
          </p:cNvSpPr>
          <p:nvPr>
            <p:ph type="title"/>
          </p:nvPr>
        </p:nvSpPr>
        <p:spPr>
          <a:xfrm>
            <a:off x="4918475" y="1784050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5" name="Google Shape;725;p20"/>
          <p:cNvSpPr txBox="1">
            <a:spLocks noGrp="1"/>
          </p:cNvSpPr>
          <p:nvPr>
            <p:ph type="body" idx="2"/>
          </p:nvPr>
        </p:nvSpPr>
        <p:spPr>
          <a:xfrm>
            <a:off x="4918525" y="3581700"/>
            <a:ext cx="5581500" cy="134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26" name="Google Shape;726;p2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513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DO NOT REMOVE · SlidesMania">
  <p:cSld name="100 DO NOT REMOVE · SlidesMania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29" name="Google Shape;729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1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731" name="Google Shape;731;p21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32" name="Google Shape;732;p21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21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21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5" name="Google Shape;735;p21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21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737" name="Google Shape;737;p21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327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50000">
              <a:srgbClr val="292929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fld id="{5B6E4003-E022-4E2D-9458-42987ABEB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7330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8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  <p:sldLayoutId id="2147483893" r:id="rId15"/>
    <p:sldLayoutId id="2147483894" r:id="rId16"/>
    <p:sldLayoutId id="2147483896" r:id="rId17"/>
    <p:sldLayoutId id="2147483897" r:id="rId1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61B60-0CFF-0FC8-FC4D-9439C7B5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1648605"/>
            <a:ext cx="11360700" cy="12306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ru-RU" dirty="0"/>
              <a:t>Курсовая работа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9373F-C4DC-2046-2FBC-B15257D15D19}"/>
              </a:ext>
            </a:extLst>
          </p:cNvPr>
          <p:cNvSpPr txBox="1"/>
          <p:nvPr/>
        </p:nvSpPr>
        <p:spPr>
          <a:xfrm>
            <a:off x="2989162" y="3434264"/>
            <a:ext cx="6140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  <a:r>
              <a:rPr lang="en-US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агента мониторинга с веб-интерфейсом</a:t>
            </a: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76120-EF18-5324-5756-28528ABD0B8D}"/>
              </a:ext>
            </a:extLst>
          </p:cNvPr>
          <p:cNvSpPr txBox="1"/>
          <p:nvPr/>
        </p:nvSpPr>
        <p:spPr>
          <a:xfrm>
            <a:off x="8150506" y="4783719"/>
            <a:ext cx="43491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Выполнил:</a:t>
            </a:r>
          </a:p>
          <a:p>
            <a:r>
              <a:rPr lang="ru-RU" dirty="0">
                <a:solidFill>
                  <a:schemeClr val="bg1"/>
                </a:solidFill>
              </a:rPr>
              <a:t>студент II курса, группы ИСТ-2а,</a:t>
            </a:r>
          </a:p>
          <a:p>
            <a:r>
              <a:rPr lang="ru-RU" dirty="0">
                <a:solidFill>
                  <a:schemeClr val="bg1"/>
                </a:solidFill>
              </a:rPr>
              <a:t>направление 09.03.02 «Информационные системы и технологии»</a:t>
            </a:r>
          </a:p>
          <a:p>
            <a:r>
              <a:rPr lang="ru-RU" dirty="0">
                <a:solidFill>
                  <a:schemeClr val="bg1"/>
                </a:solidFill>
              </a:rPr>
              <a:t>Чулков А.П.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Преподаватель:</a:t>
            </a:r>
          </a:p>
          <a:p>
            <a:r>
              <a:rPr lang="ru-RU" dirty="0" err="1">
                <a:solidFill>
                  <a:schemeClr val="bg1"/>
                </a:solidFill>
              </a:rPr>
              <a:t>Храмогин</a:t>
            </a:r>
            <a:r>
              <a:rPr lang="ru-RU" dirty="0">
                <a:solidFill>
                  <a:schemeClr val="bg1"/>
                </a:solidFill>
              </a:rPr>
              <a:t> А.А.</a:t>
            </a:r>
          </a:p>
        </p:txBody>
      </p:sp>
    </p:spTree>
    <p:extLst>
      <p:ext uri="{BB962C8B-B14F-4D97-AF65-F5344CB8AC3E}">
        <p14:creationId xmlns:p14="http://schemas.microsoft.com/office/powerpoint/2010/main" val="189211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E4EF0-6963-76C7-9920-71CB532A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32" y="97598"/>
            <a:ext cx="11360700" cy="1230600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AA0B0-57CE-9FD6-DA2C-CF6F3D73D59A}"/>
              </a:ext>
            </a:extLst>
          </p:cNvPr>
          <p:cNvSpPr txBox="1"/>
          <p:nvPr/>
        </p:nvSpPr>
        <p:spPr>
          <a:xfrm>
            <a:off x="1553507" y="2144766"/>
            <a:ext cx="6290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проекта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использования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206045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4B115-8F5F-AA9B-3201-32EF69D9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24A9C4-F420-9BE4-3D6D-96A69B626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Ci.webM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легковесная система сбора и отображения системных метрик через веб-интерфейс.</a:t>
            </a:r>
          </a:p>
          <a:p>
            <a:pPr algn="l">
              <a:buFont typeface="+mj-lt"/>
              <a:buAutoNum type="arabicPeriod"/>
            </a:pP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Суть проекта — автоматический мониторинг ресурсов ПК или сервера без необходимости использовать консоль, SSH или RDP. Достаточно открыть браузер.</a:t>
            </a:r>
          </a:p>
          <a:p>
            <a:pPr algn="l">
              <a:buFont typeface="+mj-lt"/>
              <a:buAutoNum type="arabicPeriod"/>
            </a:pP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особенности:</a:t>
            </a:r>
          </a:p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Многопоточный сбор данных через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Веб-интерфейс на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API-фундамент для будущего масштабирования</a:t>
            </a:r>
          </a:p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Кроссплатформенность (Linux / Windows)</a:t>
            </a:r>
          </a:p>
        </p:txBody>
      </p:sp>
    </p:spTree>
    <p:extLst>
      <p:ext uri="{BB962C8B-B14F-4D97-AF65-F5344CB8AC3E}">
        <p14:creationId xmlns:p14="http://schemas.microsoft.com/office/powerpoint/2010/main" val="2046602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8FAAE-19D7-AEBA-1836-C746BC44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190195"/>
            <a:ext cx="11360700" cy="1230600"/>
          </a:xfrm>
        </p:spPr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083FAC0-A101-07A7-76EE-071AA4532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50" y="1872505"/>
            <a:ext cx="11379900" cy="451672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Сбор метрик: CPU (по ядрам, частота, температура), RAM + </a:t>
            </a:r>
            <a:r>
              <a:rPr lang="ru-RU" dirty="0" err="1">
                <a:solidFill>
                  <a:schemeClr val="bg1"/>
                </a:solidFill>
              </a:rPr>
              <a:t>swap</a:t>
            </a:r>
            <a:r>
              <a:rPr lang="ru-RU" dirty="0">
                <a:solidFill>
                  <a:schemeClr val="bg1"/>
                </a:solidFill>
              </a:rPr>
              <a:t>, диски (ёмкость, скорость R/W), сеть (скорость, адреса), вентиляторы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Многопоточность: каждый датчик в своём потоке, не блокируют друг друга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Веб-интерфейс: адаптивные карточки, </a:t>
            </a:r>
            <a:r>
              <a:rPr lang="ru-RU" dirty="0" err="1">
                <a:solidFill>
                  <a:schemeClr val="bg1"/>
                </a:solidFill>
              </a:rPr>
              <a:t>автообновление</a:t>
            </a:r>
            <a:r>
              <a:rPr lang="ru-RU" dirty="0">
                <a:solidFill>
                  <a:schemeClr val="bg1"/>
                </a:solidFill>
              </a:rPr>
              <a:t> раз в 3 секунды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Гибкая настройка: отключение ненужных коллекторов через </a:t>
            </a:r>
            <a:r>
              <a:rPr lang="ru-RU" dirty="0" err="1">
                <a:solidFill>
                  <a:schemeClr val="bg1"/>
                </a:solidFill>
              </a:rPr>
              <a:t>config.jsonc</a:t>
            </a:r>
            <a:endParaRPr lang="ru-RU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JSON API: унифицированный доступ к данным для внешних систем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Отказоустойчивость: сбой одного датчика не останавливает остальные</a:t>
            </a:r>
          </a:p>
        </p:txBody>
      </p:sp>
    </p:spTree>
    <p:extLst>
      <p:ext uri="{BB962C8B-B14F-4D97-AF65-F5344CB8AC3E}">
        <p14:creationId xmlns:p14="http://schemas.microsoft.com/office/powerpoint/2010/main" val="2323465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129F3-3A96-9BC4-B029-6426A750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122" y="971425"/>
            <a:ext cx="8337756" cy="13248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агента</a:t>
            </a:r>
          </a:p>
        </p:txBody>
      </p:sp>
      <p:sp>
        <p:nvSpPr>
          <p:cNvPr id="6" name="AutoShape 2" descr="FreeRDP clipboard image">
            <a:extLst>
              <a:ext uri="{FF2B5EF4-FFF2-40B4-BE49-F238E27FC236}">
                <a16:creationId xmlns:a16="http://schemas.microsoft.com/office/drawing/2014/main" id="{4184DB6B-4FFA-1B2C-A9B9-1F7BB76AF5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6603357" cy="660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930CD7-F525-A262-A6F4-037400652C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182" y="2296225"/>
            <a:ext cx="9170634" cy="35275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1740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C47F0-F81B-2A4D-E986-98EF0431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807924"/>
            <a:ext cx="11360700" cy="12306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CC6EC6-52C6-17AC-C731-631A804C9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450" y="3070050"/>
            <a:ext cx="11379900" cy="1936956"/>
          </a:xfrm>
        </p:spPr>
        <p:txBody>
          <a:bodyPr/>
          <a:lstStyle/>
          <a:p>
            <a:pPr marL="107950" indent="0" algn="l"/>
            <a:r>
              <a:rPr lang="ru-RU" sz="1600" b="1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Среди всех безусловно, многочисленных целей данного проекта, можно выделить </a:t>
            </a:r>
            <a:r>
              <a:rPr lang="ru-RU" sz="1600" b="1" dirty="0" err="1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следущие</a:t>
            </a:r>
            <a:r>
              <a:rPr lang="en-US" sz="1600" b="1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ручного контроля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всё собирается и отображается автоматически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модульной системы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легко добавлять новые коллекторы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автономности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работает без интернета, сбой одного датчика не валит всё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ООП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наследование, полиморфизм, композиция на реальном примере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фундамента</a:t>
            </a:r>
            <a:r>
              <a:rPr lang="ru-RU" sz="16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API-слой для будущей распределённой архитектуры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44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99FEE-DC51-F813-2C73-C3BCD0C2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7" y="563042"/>
            <a:ext cx="11070453" cy="208250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784B23-1BFC-DE27-DE39-5D74F57EE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697" y="2645545"/>
            <a:ext cx="5965420" cy="329711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мониторинг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вэб страница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Удалённый контроль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в любой точке локальной сети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сторонние системы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через JSON-API можно производить интеграцию в собственные сервисы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приложения</a:t>
            </a:r>
            <a:r>
              <a:rPr lang="en-US" b="1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счет примитивной конструкции и простого </a:t>
            </a:r>
            <a:r>
              <a:rPr lang="en-US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можно создавать свои приложения для работы с этими данными</a:t>
            </a:r>
            <a:endParaRPr lang="ru-RU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34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C7BB3-3CDE-D2CC-90E1-88A728D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7" y="1024682"/>
            <a:ext cx="5829026" cy="1324800"/>
          </a:xfrm>
        </p:spPr>
        <p:txBody>
          <a:bodyPr/>
          <a:lstStyle/>
          <a:p>
            <a:pPr algn="ctr"/>
            <a:r>
              <a:rPr lang="ru-RU" dirty="0"/>
              <a:t>Зависимости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0FA66D-D907-6884-BD87-A392B02A5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887" y="2999950"/>
            <a:ext cx="5322600" cy="3569525"/>
          </a:xfrm>
        </p:spPr>
        <p:txBody>
          <a:bodyPr/>
          <a:lstStyle/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Интерпретатор </a:t>
            </a:r>
            <a:r>
              <a:rPr lang="ru-RU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3.8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l"/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(устанавливаются через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l"/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сбор системных метрик</a:t>
            </a:r>
          </a:p>
          <a:p>
            <a:pPr algn="l"/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веб-сервер</a:t>
            </a:r>
          </a:p>
          <a:p>
            <a:pPr algn="l"/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 — минимум 512 МБ ОЗУ,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КБ диска</a:t>
            </a:r>
          </a:p>
          <a:p>
            <a:pPr algn="l"/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сети – не имеет значения, работает  даже без прямого соединения к маршрутизатору(через 127.0.0.1)</a:t>
            </a:r>
          </a:p>
        </p:txBody>
      </p:sp>
    </p:spTree>
    <p:extLst>
      <p:ext uri="{BB962C8B-B14F-4D97-AF65-F5344CB8AC3E}">
        <p14:creationId xmlns:p14="http://schemas.microsoft.com/office/powerpoint/2010/main" val="1923130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EE651-AE48-2F13-A489-11C16673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1136397"/>
            <a:ext cx="11360700" cy="12306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C6A005-D2D7-C8F3-054E-382B138B7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800" y="2556769"/>
            <a:ext cx="11379900" cy="3876431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получилась программа которая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65150" indent="-457200" algn="l"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 роль агента сбора ресурсов</a:t>
            </a:r>
          </a:p>
          <a:p>
            <a:pPr marL="565150" indent="-457200" algn="l"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Легковесна и проста по архитектуре</a:t>
            </a:r>
          </a:p>
          <a:p>
            <a:pPr marL="565150" indent="-457200" algn="l"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максимально оптимизированную и адаптированную структуру</a:t>
            </a:r>
          </a:p>
          <a:p>
            <a:pPr marL="565150" indent="-457200" algn="l"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 работать автономно от сети</a:t>
            </a:r>
          </a:p>
          <a:p>
            <a:pPr marL="565150" indent="-457200" algn="l"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 работать в нескольких режимах</a:t>
            </a:r>
          </a:p>
          <a:p>
            <a:pPr marL="565150" indent="-457200" algn="l"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максимальную расширяемость и отказоустойчивость</a:t>
            </a:r>
          </a:p>
          <a:p>
            <a:pPr marL="107950" indent="0" algn="l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Исходя из всего этого, можно сказать что проект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Ci.WebM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право быть фундаментом для новых задач и расширяемости до уровня дипломной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1713461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D8523B16-B978-4502-BF0D-56A86B33C754}" vid="{663151F6-E9DE-4DEF-8EF5-05751C22DE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271</TotalTime>
  <Words>422</Words>
  <Application>Microsoft Office PowerPoint</Application>
  <PresentationFormat>Широкоэкранный</PresentationFormat>
  <Paragraphs>81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20" baseType="lpstr">
      <vt:lpstr>Abril Fatface</vt:lpstr>
      <vt:lpstr>Aldrich</vt:lpstr>
      <vt:lpstr>Arial</vt:lpstr>
      <vt:lpstr>Barlow Condensed</vt:lpstr>
      <vt:lpstr>Calibri</vt:lpstr>
      <vt:lpstr>DM Sans</vt:lpstr>
      <vt:lpstr>Griffy</vt:lpstr>
      <vt:lpstr>Homemade Apple</vt:lpstr>
      <vt:lpstr>Poppins</vt:lpstr>
      <vt:lpstr>Times New Roman</vt:lpstr>
      <vt:lpstr>Тема1</vt:lpstr>
      <vt:lpstr> Курсовая работа</vt:lpstr>
      <vt:lpstr>Содержание</vt:lpstr>
      <vt:lpstr>Введение</vt:lpstr>
      <vt:lpstr>Возможности</vt:lpstr>
      <vt:lpstr>Структура агента</vt:lpstr>
      <vt:lpstr>Цели проекта</vt:lpstr>
      <vt:lpstr>Варианты Использования</vt:lpstr>
      <vt:lpstr>Зависимости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Курсовая работа</dc:title>
  <dc:creator>Администратор</dc:creator>
  <cp:lastModifiedBy>Администратор</cp:lastModifiedBy>
  <cp:revision>4</cp:revision>
  <dcterms:created xsi:type="dcterms:W3CDTF">2026-05-14T13:35:03Z</dcterms:created>
  <dcterms:modified xsi:type="dcterms:W3CDTF">2026-05-14T18:06:51Z</dcterms:modified>
</cp:coreProperties>
</file>