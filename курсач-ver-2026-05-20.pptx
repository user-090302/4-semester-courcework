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7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12192000" cy="6858000"/>
  <p:notesSz cx="6858000" cy="99472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>
        <p:scale>
          <a:sx n="100" d="100"/>
          <a:sy n="100" d="100"/>
        </p:scale>
        <p:origin x="702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062DCE-86FD-415D-9D93-391606EB163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000CB0E-0AB4-41BD-BE49-5370461AC776}">
      <dgm:prSet phldrT="[Текст]"/>
      <dgm:spPr/>
      <dgm:t>
        <a:bodyPr/>
        <a:lstStyle/>
        <a:p>
          <a:r>
            <a:rPr lang="ru-RU" dirty="0">
              <a:solidFill>
                <a:schemeClr val="bg2"/>
              </a:solidFill>
            </a:rPr>
            <a:t>Модульная система</a:t>
          </a:r>
        </a:p>
      </dgm:t>
    </dgm:pt>
    <dgm:pt modelId="{19203D41-A5E7-4853-9C8B-CB0CDAF9D638}" type="parTrans" cxnId="{02EC525D-0EF6-46EA-ACED-90DFFFEBF57D}">
      <dgm:prSet/>
      <dgm:spPr/>
      <dgm:t>
        <a:bodyPr/>
        <a:lstStyle/>
        <a:p>
          <a:endParaRPr lang="ru-RU"/>
        </a:p>
      </dgm:t>
    </dgm:pt>
    <dgm:pt modelId="{DA28363B-A044-40CD-A8EB-1F5D9459505C}" type="sibTrans" cxnId="{02EC525D-0EF6-46EA-ACED-90DFFFEBF57D}">
      <dgm:prSet/>
      <dgm:spPr/>
      <dgm:t>
        <a:bodyPr/>
        <a:lstStyle/>
        <a:p>
          <a:endParaRPr lang="ru-RU"/>
        </a:p>
      </dgm:t>
    </dgm:pt>
    <dgm:pt modelId="{B50D355C-FD23-4BCC-A11D-EB3B99722810}">
      <dgm:prSet phldrT="[Текст]"/>
      <dgm:spPr/>
      <dgm:t>
        <a:bodyPr/>
        <a:lstStyle/>
        <a:p>
          <a:r>
            <a:rPr lang="ru-RU" dirty="0">
              <a:solidFill>
                <a:schemeClr val="bg2"/>
              </a:solidFill>
            </a:rPr>
            <a:t>Автономность</a:t>
          </a:r>
        </a:p>
      </dgm:t>
    </dgm:pt>
    <dgm:pt modelId="{79430BA9-D426-49E6-8C52-A9C7AB01E0E5}" type="parTrans" cxnId="{E765F821-120D-458D-9EA5-B8C9391C31DD}">
      <dgm:prSet/>
      <dgm:spPr/>
      <dgm:t>
        <a:bodyPr/>
        <a:lstStyle/>
        <a:p>
          <a:endParaRPr lang="ru-RU"/>
        </a:p>
      </dgm:t>
    </dgm:pt>
    <dgm:pt modelId="{CF772AA7-B11F-46FC-84C3-DB7A63C7C2ED}" type="sibTrans" cxnId="{E765F821-120D-458D-9EA5-B8C9391C31DD}">
      <dgm:prSet/>
      <dgm:spPr/>
      <dgm:t>
        <a:bodyPr/>
        <a:lstStyle/>
        <a:p>
          <a:endParaRPr lang="ru-RU"/>
        </a:p>
      </dgm:t>
    </dgm:pt>
    <dgm:pt modelId="{F3619546-B607-4CA8-8350-C765604E87D6}">
      <dgm:prSet phldrT="[Текст]"/>
      <dgm:spPr/>
      <dgm:t>
        <a:bodyPr/>
        <a:lstStyle/>
        <a:p>
          <a:r>
            <a:rPr lang="ru-RU" dirty="0"/>
            <a:t>Работает без интернета</a:t>
          </a:r>
        </a:p>
      </dgm:t>
    </dgm:pt>
    <dgm:pt modelId="{FA03A974-3670-4E2B-8C4A-13C5C93FF625}" type="parTrans" cxnId="{9FD6A8DF-071E-4754-B2F4-DA91FC21F17A}">
      <dgm:prSet/>
      <dgm:spPr/>
      <dgm:t>
        <a:bodyPr/>
        <a:lstStyle/>
        <a:p>
          <a:endParaRPr lang="ru-RU"/>
        </a:p>
      </dgm:t>
    </dgm:pt>
    <dgm:pt modelId="{EF1D8625-3EFA-4626-B7EF-557656D3F204}" type="sibTrans" cxnId="{9FD6A8DF-071E-4754-B2F4-DA91FC21F17A}">
      <dgm:prSet/>
      <dgm:spPr/>
      <dgm:t>
        <a:bodyPr/>
        <a:lstStyle/>
        <a:p>
          <a:endParaRPr lang="ru-RU"/>
        </a:p>
      </dgm:t>
    </dgm:pt>
    <dgm:pt modelId="{FF15EF5A-CBDB-48E9-92AA-4CF316D7B42B}">
      <dgm:prSet phldrT="[Текст]"/>
      <dgm:spPr/>
      <dgm:t>
        <a:bodyPr/>
        <a:lstStyle/>
        <a:p>
          <a:r>
            <a:rPr lang="ru-RU" dirty="0">
              <a:solidFill>
                <a:schemeClr val="bg2"/>
              </a:solidFill>
            </a:rPr>
            <a:t>Надёжность</a:t>
          </a:r>
        </a:p>
      </dgm:t>
    </dgm:pt>
    <dgm:pt modelId="{AD8039F1-C38D-4B80-BC51-7CF1AC36C6BF}" type="parTrans" cxnId="{598089CF-67A6-43D6-BD3A-00F9E928F191}">
      <dgm:prSet/>
      <dgm:spPr/>
      <dgm:t>
        <a:bodyPr/>
        <a:lstStyle/>
        <a:p>
          <a:endParaRPr lang="ru-RU"/>
        </a:p>
      </dgm:t>
    </dgm:pt>
    <dgm:pt modelId="{45DDCCE7-34C0-4DD3-A8B3-14199C1F9D9C}" type="sibTrans" cxnId="{598089CF-67A6-43D6-BD3A-00F9E928F191}">
      <dgm:prSet/>
      <dgm:spPr/>
      <dgm:t>
        <a:bodyPr/>
        <a:lstStyle/>
        <a:p>
          <a:endParaRPr lang="ru-RU"/>
        </a:p>
      </dgm:t>
    </dgm:pt>
    <dgm:pt modelId="{3740BBC1-0C3D-4A63-883E-AE78E7CF1483}">
      <dgm:prSet phldrT="[Текст]"/>
      <dgm:spPr/>
      <dgm:t>
        <a:bodyPr/>
        <a:lstStyle/>
        <a:p>
          <a:r>
            <a:rPr lang="ru-RU" dirty="0">
              <a:solidFill>
                <a:schemeClr val="bg2"/>
              </a:solidFill>
            </a:rPr>
            <a:t>ООП</a:t>
          </a:r>
        </a:p>
      </dgm:t>
    </dgm:pt>
    <dgm:pt modelId="{F14595A1-D4DF-4D85-A9AD-F82733F93E1B}" type="parTrans" cxnId="{AA5F7DDB-0F5E-43A0-BD6A-E82DB9F6A691}">
      <dgm:prSet/>
      <dgm:spPr/>
      <dgm:t>
        <a:bodyPr/>
        <a:lstStyle/>
        <a:p>
          <a:endParaRPr lang="ru-RU"/>
        </a:p>
      </dgm:t>
    </dgm:pt>
    <dgm:pt modelId="{CF75F69F-999C-4CC2-BD14-EB8DBE7323AB}" type="sibTrans" cxnId="{AA5F7DDB-0F5E-43A0-BD6A-E82DB9F6A691}">
      <dgm:prSet/>
      <dgm:spPr/>
      <dgm:t>
        <a:bodyPr/>
        <a:lstStyle/>
        <a:p>
          <a:endParaRPr lang="ru-RU"/>
        </a:p>
      </dgm:t>
    </dgm:pt>
    <dgm:pt modelId="{E1D41508-3944-40F6-8A70-51D41D4510D4}">
      <dgm:prSet phldrT="[Текст]"/>
      <dgm:spPr/>
      <dgm:t>
        <a:bodyPr/>
        <a:lstStyle/>
        <a:p>
          <a:r>
            <a:rPr lang="ru-RU" dirty="0"/>
            <a:t>Использованы наследование, полиморфизм, инкапсуляция</a:t>
          </a:r>
          <a:br>
            <a:rPr lang="ru-RU" dirty="0"/>
          </a:br>
          <a:r>
            <a:rPr lang="ru-RU" dirty="0"/>
            <a:t>композиция</a:t>
          </a:r>
        </a:p>
      </dgm:t>
    </dgm:pt>
    <dgm:pt modelId="{65EFD06F-053A-40F8-AB7F-B4890339246F}" type="parTrans" cxnId="{1406B6E7-1919-44E8-BCFF-0D76450FD995}">
      <dgm:prSet/>
      <dgm:spPr/>
      <dgm:t>
        <a:bodyPr/>
        <a:lstStyle/>
        <a:p>
          <a:endParaRPr lang="ru-RU"/>
        </a:p>
      </dgm:t>
    </dgm:pt>
    <dgm:pt modelId="{D7E40612-7481-4C28-A9B8-6BA01434C1BE}" type="sibTrans" cxnId="{1406B6E7-1919-44E8-BCFF-0D76450FD995}">
      <dgm:prSet/>
      <dgm:spPr/>
      <dgm:t>
        <a:bodyPr/>
        <a:lstStyle/>
        <a:p>
          <a:endParaRPr lang="ru-RU"/>
        </a:p>
      </dgm:t>
    </dgm:pt>
    <dgm:pt modelId="{8BDBEE5E-5AA0-4367-9C1F-B9D05B4C2386}">
      <dgm:prSet phldrT="[Текст]"/>
      <dgm:spPr/>
      <dgm:t>
        <a:bodyPr/>
        <a:lstStyle/>
        <a:p>
          <a:r>
            <a:rPr lang="ru-RU" dirty="0"/>
            <a:t>Легко расширяется</a:t>
          </a:r>
        </a:p>
      </dgm:t>
    </dgm:pt>
    <dgm:pt modelId="{92ED2CEF-2D11-4DAD-84A4-BF21D19A2071}" type="parTrans" cxnId="{5A9CD659-DB07-4720-BB14-5B9697748FC0}">
      <dgm:prSet/>
      <dgm:spPr/>
      <dgm:t>
        <a:bodyPr/>
        <a:lstStyle/>
        <a:p>
          <a:endParaRPr lang="ru-RU"/>
        </a:p>
      </dgm:t>
    </dgm:pt>
    <dgm:pt modelId="{46C42838-1CFD-48FF-8534-B4B58B62D58E}" type="sibTrans" cxnId="{5A9CD659-DB07-4720-BB14-5B9697748FC0}">
      <dgm:prSet/>
      <dgm:spPr/>
      <dgm:t>
        <a:bodyPr/>
        <a:lstStyle/>
        <a:p>
          <a:endParaRPr lang="ru-RU"/>
        </a:p>
      </dgm:t>
    </dgm:pt>
    <dgm:pt modelId="{BD998DB0-A92F-405F-A80C-AC3E872DFBD9}">
      <dgm:prSet phldrT="[Текст]"/>
      <dgm:spPr/>
      <dgm:t>
        <a:bodyPr/>
        <a:lstStyle/>
        <a:p>
          <a:r>
            <a:rPr lang="ru-RU" dirty="0"/>
            <a:t>Сбой одного потока не останавливает работу других</a:t>
          </a:r>
        </a:p>
      </dgm:t>
    </dgm:pt>
    <dgm:pt modelId="{16E05067-0989-4D24-BEBD-A33E52CF144D}" type="parTrans" cxnId="{C4CDEA30-3C71-4074-81EC-72D0BFCB5D87}">
      <dgm:prSet/>
      <dgm:spPr/>
      <dgm:t>
        <a:bodyPr/>
        <a:lstStyle/>
        <a:p>
          <a:endParaRPr lang="ru-RU"/>
        </a:p>
      </dgm:t>
    </dgm:pt>
    <dgm:pt modelId="{3528A6D6-A4D3-4784-9002-CFE875432188}" type="sibTrans" cxnId="{C4CDEA30-3C71-4074-81EC-72D0BFCB5D87}">
      <dgm:prSet/>
      <dgm:spPr/>
      <dgm:t>
        <a:bodyPr/>
        <a:lstStyle/>
        <a:p>
          <a:endParaRPr lang="ru-RU"/>
        </a:p>
      </dgm:t>
    </dgm:pt>
    <dgm:pt modelId="{47B00E4C-D139-4521-8722-E0499959A4E5}">
      <dgm:prSet phldrT="[Текст]"/>
      <dgm:spPr/>
      <dgm:t>
        <a:bodyPr/>
        <a:lstStyle/>
        <a:p>
          <a:r>
            <a:rPr lang="ru-RU" dirty="0"/>
            <a:t>Основа для будущей распределённой системы</a:t>
          </a:r>
        </a:p>
      </dgm:t>
    </dgm:pt>
    <dgm:pt modelId="{26102E12-AE07-4CBF-B496-062A0A8BFE45}" type="parTrans" cxnId="{958390E4-34BC-4513-979D-87F2E58FE3BA}">
      <dgm:prSet/>
      <dgm:spPr/>
      <dgm:t>
        <a:bodyPr/>
        <a:lstStyle/>
        <a:p>
          <a:endParaRPr lang="ru-RU"/>
        </a:p>
      </dgm:t>
    </dgm:pt>
    <dgm:pt modelId="{842E6D4B-6986-4675-BE68-65C2765F1A34}" type="sibTrans" cxnId="{958390E4-34BC-4513-979D-87F2E58FE3BA}">
      <dgm:prSet/>
      <dgm:spPr/>
      <dgm:t>
        <a:bodyPr/>
        <a:lstStyle/>
        <a:p>
          <a:endParaRPr lang="ru-RU"/>
        </a:p>
      </dgm:t>
    </dgm:pt>
    <dgm:pt modelId="{CEA247AE-B779-4B20-A548-17389BC8C536}" type="pres">
      <dgm:prSet presAssocID="{8A062DCE-86FD-415D-9D93-391606EB163A}" presName="linearFlow" presStyleCnt="0">
        <dgm:presLayoutVars>
          <dgm:dir/>
          <dgm:animLvl val="lvl"/>
          <dgm:resizeHandles val="exact"/>
        </dgm:presLayoutVars>
      </dgm:prSet>
      <dgm:spPr/>
    </dgm:pt>
    <dgm:pt modelId="{2B2CC99D-1AF9-4A6D-9DDC-27FA8C288142}" type="pres">
      <dgm:prSet presAssocID="{B000CB0E-0AB4-41BD-BE49-5370461AC776}" presName="composite" presStyleCnt="0"/>
      <dgm:spPr/>
    </dgm:pt>
    <dgm:pt modelId="{5568A0BC-86DB-4E22-8C51-FC69249BDA5F}" type="pres">
      <dgm:prSet presAssocID="{B000CB0E-0AB4-41BD-BE49-5370461AC776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96B89715-3774-4F97-AB46-EEEB7CED8EE8}" type="pres">
      <dgm:prSet presAssocID="{B000CB0E-0AB4-41BD-BE49-5370461AC776}" presName="descendantText" presStyleLbl="alignAcc1" presStyleIdx="0" presStyleCnt="4">
        <dgm:presLayoutVars>
          <dgm:bulletEnabled val="1"/>
        </dgm:presLayoutVars>
      </dgm:prSet>
      <dgm:spPr/>
    </dgm:pt>
    <dgm:pt modelId="{0A37B094-3A48-4675-9745-A0AA2F12E67B}" type="pres">
      <dgm:prSet presAssocID="{DA28363B-A044-40CD-A8EB-1F5D9459505C}" presName="sp" presStyleCnt="0"/>
      <dgm:spPr/>
    </dgm:pt>
    <dgm:pt modelId="{8EA831A3-FD70-4D28-AD3A-E1A64BAD595F}" type="pres">
      <dgm:prSet presAssocID="{B50D355C-FD23-4BCC-A11D-EB3B99722810}" presName="composite" presStyleCnt="0"/>
      <dgm:spPr/>
    </dgm:pt>
    <dgm:pt modelId="{70CBE88C-E7A3-45F9-AAEE-CC9210CAAB1A}" type="pres">
      <dgm:prSet presAssocID="{B50D355C-FD23-4BCC-A11D-EB3B99722810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FC6A68C7-7C0B-43F9-84D5-A41BD7F3B1AC}" type="pres">
      <dgm:prSet presAssocID="{B50D355C-FD23-4BCC-A11D-EB3B99722810}" presName="descendantText" presStyleLbl="alignAcc1" presStyleIdx="1" presStyleCnt="4">
        <dgm:presLayoutVars>
          <dgm:bulletEnabled val="1"/>
        </dgm:presLayoutVars>
      </dgm:prSet>
      <dgm:spPr/>
    </dgm:pt>
    <dgm:pt modelId="{6BC3DEE5-8FB3-4DA4-A0E6-A7201A5585B6}" type="pres">
      <dgm:prSet presAssocID="{CF772AA7-B11F-46FC-84C3-DB7A63C7C2ED}" presName="sp" presStyleCnt="0"/>
      <dgm:spPr/>
    </dgm:pt>
    <dgm:pt modelId="{48DD27F9-A806-45CC-9660-56890A2CEBC1}" type="pres">
      <dgm:prSet presAssocID="{FF15EF5A-CBDB-48E9-92AA-4CF316D7B42B}" presName="composite" presStyleCnt="0"/>
      <dgm:spPr/>
    </dgm:pt>
    <dgm:pt modelId="{1F7EEE00-3C58-4E7E-B98F-9EF718C363C9}" type="pres">
      <dgm:prSet presAssocID="{FF15EF5A-CBDB-48E9-92AA-4CF316D7B42B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C0F07055-1CC7-4741-B97F-CCBB57AB6E91}" type="pres">
      <dgm:prSet presAssocID="{FF15EF5A-CBDB-48E9-92AA-4CF316D7B42B}" presName="descendantText" presStyleLbl="alignAcc1" presStyleIdx="2" presStyleCnt="4">
        <dgm:presLayoutVars>
          <dgm:bulletEnabled val="1"/>
        </dgm:presLayoutVars>
      </dgm:prSet>
      <dgm:spPr/>
    </dgm:pt>
    <dgm:pt modelId="{B1AEA4EF-929E-47FF-9D60-1144E6862F00}" type="pres">
      <dgm:prSet presAssocID="{45DDCCE7-34C0-4DD3-A8B3-14199C1F9D9C}" presName="sp" presStyleCnt="0"/>
      <dgm:spPr/>
    </dgm:pt>
    <dgm:pt modelId="{F52789D1-FE10-47A3-8175-C666806D926D}" type="pres">
      <dgm:prSet presAssocID="{3740BBC1-0C3D-4A63-883E-AE78E7CF1483}" presName="composite" presStyleCnt="0"/>
      <dgm:spPr/>
    </dgm:pt>
    <dgm:pt modelId="{97053AC8-98F4-4B6A-82F7-B1A8585AE473}" type="pres">
      <dgm:prSet presAssocID="{3740BBC1-0C3D-4A63-883E-AE78E7CF1483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025438D9-0A09-48AF-91BB-41EE0B67920F}" type="pres">
      <dgm:prSet presAssocID="{3740BBC1-0C3D-4A63-883E-AE78E7CF1483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E765F821-120D-458D-9EA5-B8C9391C31DD}" srcId="{8A062DCE-86FD-415D-9D93-391606EB163A}" destId="{B50D355C-FD23-4BCC-A11D-EB3B99722810}" srcOrd="1" destOrd="0" parTransId="{79430BA9-D426-49E6-8C52-A9C7AB01E0E5}" sibTransId="{CF772AA7-B11F-46FC-84C3-DB7A63C7C2ED}"/>
    <dgm:cxn modelId="{8DE1DA2D-48F8-49CA-A918-580BCD393656}" type="presOf" srcId="{BD998DB0-A92F-405F-A80C-AC3E872DFBD9}" destId="{C0F07055-1CC7-4741-B97F-CCBB57AB6E91}" srcOrd="0" destOrd="0" presId="urn:microsoft.com/office/officeart/2005/8/layout/chevron2"/>
    <dgm:cxn modelId="{C4CDEA30-3C71-4074-81EC-72D0BFCB5D87}" srcId="{FF15EF5A-CBDB-48E9-92AA-4CF316D7B42B}" destId="{BD998DB0-A92F-405F-A80C-AC3E872DFBD9}" srcOrd="0" destOrd="0" parTransId="{16E05067-0989-4D24-BEBD-A33E52CF144D}" sibTransId="{3528A6D6-A4D3-4784-9002-CFE875432188}"/>
    <dgm:cxn modelId="{02EC525D-0EF6-46EA-ACED-90DFFFEBF57D}" srcId="{8A062DCE-86FD-415D-9D93-391606EB163A}" destId="{B000CB0E-0AB4-41BD-BE49-5370461AC776}" srcOrd="0" destOrd="0" parTransId="{19203D41-A5E7-4853-9C8B-CB0CDAF9D638}" sibTransId="{DA28363B-A044-40CD-A8EB-1F5D9459505C}"/>
    <dgm:cxn modelId="{E106DE75-70BA-43FF-A870-BE12D361C3E4}" type="presOf" srcId="{8BDBEE5E-5AA0-4367-9C1F-B9D05B4C2386}" destId="{96B89715-3774-4F97-AB46-EEEB7CED8EE8}" srcOrd="0" destOrd="0" presId="urn:microsoft.com/office/officeart/2005/8/layout/chevron2"/>
    <dgm:cxn modelId="{5A9CD659-DB07-4720-BB14-5B9697748FC0}" srcId="{B000CB0E-0AB4-41BD-BE49-5370461AC776}" destId="{8BDBEE5E-5AA0-4367-9C1F-B9D05B4C2386}" srcOrd="0" destOrd="0" parTransId="{92ED2CEF-2D11-4DAD-84A4-BF21D19A2071}" sibTransId="{46C42838-1CFD-48FF-8534-B4B58B62D58E}"/>
    <dgm:cxn modelId="{4904E87A-5FB3-4ECD-BD01-A65317F79B8F}" type="presOf" srcId="{47B00E4C-D139-4521-8722-E0499959A4E5}" destId="{96B89715-3774-4F97-AB46-EEEB7CED8EE8}" srcOrd="0" destOrd="1" presId="urn:microsoft.com/office/officeart/2005/8/layout/chevron2"/>
    <dgm:cxn modelId="{937B5D86-EE32-4B8B-815B-C5D76151ECCA}" type="presOf" srcId="{8A062DCE-86FD-415D-9D93-391606EB163A}" destId="{CEA247AE-B779-4B20-A548-17389BC8C536}" srcOrd="0" destOrd="0" presId="urn:microsoft.com/office/officeart/2005/8/layout/chevron2"/>
    <dgm:cxn modelId="{F8A39E9F-EC6C-4B5E-B830-0DF224FA5163}" type="presOf" srcId="{B50D355C-FD23-4BCC-A11D-EB3B99722810}" destId="{70CBE88C-E7A3-45F9-AAEE-CC9210CAAB1A}" srcOrd="0" destOrd="0" presId="urn:microsoft.com/office/officeart/2005/8/layout/chevron2"/>
    <dgm:cxn modelId="{E2E355AF-7171-4C81-B7E7-E262997DBF63}" type="presOf" srcId="{3740BBC1-0C3D-4A63-883E-AE78E7CF1483}" destId="{97053AC8-98F4-4B6A-82F7-B1A8585AE473}" srcOrd="0" destOrd="0" presId="urn:microsoft.com/office/officeart/2005/8/layout/chevron2"/>
    <dgm:cxn modelId="{F58A84BE-1BBD-4FB7-AFF5-62315FA2BE2F}" type="presOf" srcId="{FF15EF5A-CBDB-48E9-92AA-4CF316D7B42B}" destId="{1F7EEE00-3C58-4E7E-B98F-9EF718C363C9}" srcOrd="0" destOrd="0" presId="urn:microsoft.com/office/officeart/2005/8/layout/chevron2"/>
    <dgm:cxn modelId="{B6C0ABC0-9238-4EEB-A304-85EAF0FACA0D}" type="presOf" srcId="{B000CB0E-0AB4-41BD-BE49-5370461AC776}" destId="{5568A0BC-86DB-4E22-8C51-FC69249BDA5F}" srcOrd="0" destOrd="0" presId="urn:microsoft.com/office/officeart/2005/8/layout/chevron2"/>
    <dgm:cxn modelId="{9144C5C4-EFB6-4B13-A764-81758C918594}" type="presOf" srcId="{E1D41508-3944-40F6-8A70-51D41D4510D4}" destId="{025438D9-0A09-48AF-91BB-41EE0B67920F}" srcOrd="0" destOrd="0" presId="urn:microsoft.com/office/officeart/2005/8/layout/chevron2"/>
    <dgm:cxn modelId="{598089CF-67A6-43D6-BD3A-00F9E928F191}" srcId="{8A062DCE-86FD-415D-9D93-391606EB163A}" destId="{FF15EF5A-CBDB-48E9-92AA-4CF316D7B42B}" srcOrd="2" destOrd="0" parTransId="{AD8039F1-C38D-4B80-BC51-7CF1AC36C6BF}" sibTransId="{45DDCCE7-34C0-4DD3-A8B3-14199C1F9D9C}"/>
    <dgm:cxn modelId="{AA5F7DDB-0F5E-43A0-BD6A-E82DB9F6A691}" srcId="{8A062DCE-86FD-415D-9D93-391606EB163A}" destId="{3740BBC1-0C3D-4A63-883E-AE78E7CF1483}" srcOrd="3" destOrd="0" parTransId="{F14595A1-D4DF-4D85-A9AD-F82733F93E1B}" sibTransId="{CF75F69F-999C-4CC2-BD14-EB8DBE7323AB}"/>
    <dgm:cxn modelId="{9FD6A8DF-071E-4754-B2F4-DA91FC21F17A}" srcId="{B50D355C-FD23-4BCC-A11D-EB3B99722810}" destId="{F3619546-B607-4CA8-8350-C765604E87D6}" srcOrd="0" destOrd="0" parTransId="{FA03A974-3670-4E2B-8C4A-13C5C93FF625}" sibTransId="{EF1D8625-3EFA-4626-B7EF-557656D3F204}"/>
    <dgm:cxn modelId="{958390E4-34BC-4513-979D-87F2E58FE3BA}" srcId="{B000CB0E-0AB4-41BD-BE49-5370461AC776}" destId="{47B00E4C-D139-4521-8722-E0499959A4E5}" srcOrd="1" destOrd="0" parTransId="{26102E12-AE07-4CBF-B496-062A0A8BFE45}" sibTransId="{842E6D4B-6986-4675-BE68-65C2765F1A34}"/>
    <dgm:cxn modelId="{1406B6E7-1919-44E8-BCFF-0D76450FD995}" srcId="{3740BBC1-0C3D-4A63-883E-AE78E7CF1483}" destId="{E1D41508-3944-40F6-8A70-51D41D4510D4}" srcOrd="0" destOrd="0" parTransId="{65EFD06F-053A-40F8-AB7F-B4890339246F}" sibTransId="{D7E40612-7481-4C28-A9B8-6BA01434C1BE}"/>
    <dgm:cxn modelId="{A4AAC4E8-91B8-4C6D-AA41-038D3941B534}" type="presOf" srcId="{F3619546-B607-4CA8-8350-C765604E87D6}" destId="{FC6A68C7-7C0B-43F9-84D5-A41BD7F3B1AC}" srcOrd="0" destOrd="0" presId="urn:microsoft.com/office/officeart/2005/8/layout/chevron2"/>
    <dgm:cxn modelId="{7B817F87-35E8-461E-B341-DB7852EA7983}" type="presParOf" srcId="{CEA247AE-B779-4B20-A548-17389BC8C536}" destId="{2B2CC99D-1AF9-4A6D-9DDC-27FA8C288142}" srcOrd="0" destOrd="0" presId="urn:microsoft.com/office/officeart/2005/8/layout/chevron2"/>
    <dgm:cxn modelId="{D9936F0F-627D-4C22-A7DF-654D99A21334}" type="presParOf" srcId="{2B2CC99D-1AF9-4A6D-9DDC-27FA8C288142}" destId="{5568A0BC-86DB-4E22-8C51-FC69249BDA5F}" srcOrd="0" destOrd="0" presId="urn:microsoft.com/office/officeart/2005/8/layout/chevron2"/>
    <dgm:cxn modelId="{E63DFD18-F311-4ACD-BF50-A772D1BDFB17}" type="presParOf" srcId="{2B2CC99D-1AF9-4A6D-9DDC-27FA8C288142}" destId="{96B89715-3774-4F97-AB46-EEEB7CED8EE8}" srcOrd="1" destOrd="0" presId="urn:microsoft.com/office/officeart/2005/8/layout/chevron2"/>
    <dgm:cxn modelId="{CFF6C183-7733-4BB9-A0C6-316A9C19C6F5}" type="presParOf" srcId="{CEA247AE-B779-4B20-A548-17389BC8C536}" destId="{0A37B094-3A48-4675-9745-A0AA2F12E67B}" srcOrd="1" destOrd="0" presId="urn:microsoft.com/office/officeart/2005/8/layout/chevron2"/>
    <dgm:cxn modelId="{E8A57150-7E8B-42ED-B370-2585F0A4A4FB}" type="presParOf" srcId="{CEA247AE-B779-4B20-A548-17389BC8C536}" destId="{8EA831A3-FD70-4D28-AD3A-E1A64BAD595F}" srcOrd="2" destOrd="0" presId="urn:microsoft.com/office/officeart/2005/8/layout/chevron2"/>
    <dgm:cxn modelId="{C3C00262-DA8F-4C29-A304-FBE6D118F919}" type="presParOf" srcId="{8EA831A3-FD70-4D28-AD3A-E1A64BAD595F}" destId="{70CBE88C-E7A3-45F9-AAEE-CC9210CAAB1A}" srcOrd="0" destOrd="0" presId="urn:microsoft.com/office/officeart/2005/8/layout/chevron2"/>
    <dgm:cxn modelId="{137A3547-049C-46EE-9C75-820AD4E10B6E}" type="presParOf" srcId="{8EA831A3-FD70-4D28-AD3A-E1A64BAD595F}" destId="{FC6A68C7-7C0B-43F9-84D5-A41BD7F3B1AC}" srcOrd="1" destOrd="0" presId="urn:microsoft.com/office/officeart/2005/8/layout/chevron2"/>
    <dgm:cxn modelId="{2EA2C951-A36B-4E04-A080-E4712E836F30}" type="presParOf" srcId="{CEA247AE-B779-4B20-A548-17389BC8C536}" destId="{6BC3DEE5-8FB3-4DA4-A0E6-A7201A5585B6}" srcOrd="3" destOrd="0" presId="urn:microsoft.com/office/officeart/2005/8/layout/chevron2"/>
    <dgm:cxn modelId="{58565DDA-7B81-46FB-9D03-FE65E8CCB78A}" type="presParOf" srcId="{CEA247AE-B779-4B20-A548-17389BC8C536}" destId="{48DD27F9-A806-45CC-9660-56890A2CEBC1}" srcOrd="4" destOrd="0" presId="urn:microsoft.com/office/officeart/2005/8/layout/chevron2"/>
    <dgm:cxn modelId="{A1889377-4997-4B5D-A7B8-32921C1809CA}" type="presParOf" srcId="{48DD27F9-A806-45CC-9660-56890A2CEBC1}" destId="{1F7EEE00-3C58-4E7E-B98F-9EF718C363C9}" srcOrd="0" destOrd="0" presId="urn:microsoft.com/office/officeart/2005/8/layout/chevron2"/>
    <dgm:cxn modelId="{A2344867-8A34-466D-A5D3-45245A6FA1DA}" type="presParOf" srcId="{48DD27F9-A806-45CC-9660-56890A2CEBC1}" destId="{C0F07055-1CC7-4741-B97F-CCBB57AB6E91}" srcOrd="1" destOrd="0" presId="urn:microsoft.com/office/officeart/2005/8/layout/chevron2"/>
    <dgm:cxn modelId="{6B9F931F-46BB-411F-836F-85CCDB3F7EC6}" type="presParOf" srcId="{CEA247AE-B779-4B20-A548-17389BC8C536}" destId="{B1AEA4EF-929E-47FF-9D60-1144E6862F00}" srcOrd="5" destOrd="0" presId="urn:microsoft.com/office/officeart/2005/8/layout/chevron2"/>
    <dgm:cxn modelId="{15C36367-65C9-4FE1-9EF3-959157522CC3}" type="presParOf" srcId="{CEA247AE-B779-4B20-A548-17389BC8C536}" destId="{F52789D1-FE10-47A3-8175-C666806D926D}" srcOrd="6" destOrd="0" presId="urn:microsoft.com/office/officeart/2005/8/layout/chevron2"/>
    <dgm:cxn modelId="{492E0DFE-44E2-4A24-8258-D83650196F3E}" type="presParOf" srcId="{F52789D1-FE10-47A3-8175-C666806D926D}" destId="{97053AC8-98F4-4B6A-82F7-B1A8585AE473}" srcOrd="0" destOrd="0" presId="urn:microsoft.com/office/officeart/2005/8/layout/chevron2"/>
    <dgm:cxn modelId="{4EE1DB7C-1A7A-4FFD-B5C2-07E28D95238E}" type="presParOf" srcId="{F52789D1-FE10-47A3-8175-C666806D926D}" destId="{025438D9-0A09-48AF-91BB-41EE0B67920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8A0BC-86DB-4E22-8C51-FC69249BDA5F}">
      <dsp:nvSpPr>
        <dsp:cNvPr id="0" name=""/>
        <dsp:cNvSpPr/>
      </dsp:nvSpPr>
      <dsp:spPr>
        <a:xfrm rot="5400000">
          <a:off x="-188721" y="189043"/>
          <a:ext cx="1258144" cy="8807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solidFill>
                <a:schemeClr val="bg2"/>
              </a:solidFill>
            </a:rPr>
            <a:t>Модульная система</a:t>
          </a:r>
        </a:p>
      </dsp:txBody>
      <dsp:txXfrm rot="-5400000">
        <a:off x="1" y="440671"/>
        <a:ext cx="880700" cy="377444"/>
      </dsp:txXfrm>
    </dsp:sp>
    <dsp:sp modelId="{96B89715-3774-4F97-AB46-EEEB7CED8EE8}">
      <dsp:nvSpPr>
        <dsp:cNvPr id="0" name=""/>
        <dsp:cNvSpPr/>
      </dsp:nvSpPr>
      <dsp:spPr>
        <a:xfrm rot="5400000">
          <a:off x="5711803" y="-4830780"/>
          <a:ext cx="817793" cy="104799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Легко расширяется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Основа для будущей распределённой системы</a:t>
          </a:r>
        </a:p>
      </dsp:txBody>
      <dsp:txXfrm rot="-5400000">
        <a:off x="880701" y="40243"/>
        <a:ext cx="10440078" cy="737951"/>
      </dsp:txXfrm>
    </dsp:sp>
    <dsp:sp modelId="{70CBE88C-E7A3-45F9-AAEE-CC9210CAAB1A}">
      <dsp:nvSpPr>
        <dsp:cNvPr id="0" name=""/>
        <dsp:cNvSpPr/>
      </dsp:nvSpPr>
      <dsp:spPr>
        <a:xfrm rot="5400000">
          <a:off x="-188721" y="1300451"/>
          <a:ext cx="1258144" cy="8807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solidFill>
                <a:schemeClr val="bg2"/>
              </a:solidFill>
            </a:rPr>
            <a:t>Автономность</a:t>
          </a:r>
        </a:p>
      </dsp:txBody>
      <dsp:txXfrm rot="-5400000">
        <a:off x="1" y="1552079"/>
        <a:ext cx="880700" cy="377444"/>
      </dsp:txXfrm>
    </dsp:sp>
    <dsp:sp modelId="{FC6A68C7-7C0B-43F9-84D5-A41BD7F3B1AC}">
      <dsp:nvSpPr>
        <dsp:cNvPr id="0" name=""/>
        <dsp:cNvSpPr/>
      </dsp:nvSpPr>
      <dsp:spPr>
        <a:xfrm rot="5400000">
          <a:off x="5711803" y="-3719373"/>
          <a:ext cx="817793" cy="104799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Работает без интернета</a:t>
          </a:r>
        </a:p>
      </dsp:txBody>
      <dsp:txXfrm rot="-5400000">
        <a:off x="880701" y="1151650"/>
        <a:ext cx="10440078" cy="737951"/>
      </dsp:txXfrm>
    </dsp:sp>
    <dsp:sp modelId="{1F7EEE00-3C58-4E7E-B98F-9EF718C363C9}">
      <dsp:nvSpPr>
        <dsp:cNvPr id="0" name=""/>
        <dsp:cNvSpPr/>
      </dsp:nvSpPr>
      <dsp:spPr>
        <a:xfrm rot="5400000">
          <a:off x="-188721" y="2411858"/>
          <a:ext cx="1258144" cy="8807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solidFill>
                <a:schemeClr val="bg2"/>
              </a:solidFill>
            </a:rPr>
            <a:t>Надёжность</a:t>
          </a:r>
        </a:p>
      </dsp:txBody>
      <dsp:txXfrm rot="-5400000">
        <a:off x="1" y="2663486"/>
        <a:ext cx="880700" cy="377444"/>
      </dsp:txXfrm>
    </dsp:sp>
    <dsp:sp modelId="{C0F07055-1CC7-4741-B97F-CCBB57AB6E91}">
      <dsp:nvSpPr>
        <dsp:cNvPr id="0" name=""/>
        <dsp:cNvSpPr/>
      </dsp:nvSpPr>
      <dsp:spPr>
        <a:xfrm rot="5400000">
          <a:off x="5711803" y="-2607965"/>
          <a:ext cx="817793" cy="104799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Сбой одного потока не останавливает работу других</a:t>
          </a:r>
        </a:p>
      </dsp:txBody>
      <dsp:txXfrm rot="-5400000">
        <a:off x="880701" y="2263058"/>
        <a:ext cx="10440078" cy="737951"/>
      </dsp:txXfrm>
    </dsp:sp>
    <dsp:sp modelId="{97053AC8-98F4-4B6A-82F7-B1A8585AE473}">
      <dsp:nvSpPr>
        <dsp:cNvPr id="0" name=""/>
        <dsp:cNvSpPr/>
      </dsp:nvSpPr>
      <dsp:spPr>
        <a:xfrm rot="5400000">
          <a:off x="-188721" y="3523266"/>
          <a:ext cx="1258144" cy="8807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solidFill>
                <a:schemeClr val="bg2"/>
              </a:solidFill>
            </a:rPr>
            <a:t>ООП</a:t>
          </a:r>
        </a:p>
      </dsp:txBody>
      <dsp:txXfrm rot="-5400000">
        <a:off x="1" y="3774894"/>
        <a:ext cx="880700" cy="377444"/>
      </dsp:txXfrm>
    </dsp:sp>
    <dsp:sp modelId="{025438D9-0A09-48AF-91BB-41EE0B67920F}">
      <dsp:nvSpPr>
        <dsp:cNvPr id="0" name=""/>
        <dsp:cNvSpPr/>
      </dsp:nvSpPr>
      <dsp:spPr>
        <a:xfrm rot="5400000">
          <a:off x="5711803" y="-1496557"/>
          <a:ext cx="817793" cy="104799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Использованы наследование, полиморфизм, инкапсуляция</a:t>
          </a:r>
          <a:br>
            <a:rPr lang="ru-RU" sz="2400" kern="1200" dirty="0"/>
          </a:br>
          <a:r>
            <a:rPr lang="ru-RU" sz="2400" kern="1200" dirty="0"/>
            <a:t>композиция</a:t>
          </a:r>
        </a:p>
      </dsp:txBody>
      <dsp:txXfrm rot="-5400000">
        <a:off x="880701" y="3374466"/>
        <a:ext cx="10440078" cy="7379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hyperlink" Target="https://www.instagram.com/slidesmania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001 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2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415600" y="2574580"/>
            <a:ext cx="11360700" cy="123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432800" y="5715300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7062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002 Intr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1" name="Google Shape;51;p4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4"/>
          <p:cNvSpPr txBox="1">
            <a:spLocks noGrp="1"/>
          </p:cNvSpPr>
          <p:nvPr>
            <p:ph type="title"/>
          </p:nvPr>
        </p:nvSpPr>
        <p:spPr>
          <a:xfrm>
            <a:off x="6072725" y="1583975"/>
            <a:ext cx="53226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body" idx="1"/>
          </p:nvPr>
        </p:nvSpPr>
        <p:spPr>
          <a:xfrm>
            <a:off x="6072700" y="2988275"/>
            <a:ext cx="5322600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5" name="Google Shape;85;p4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4002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003 Talking Poin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5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88" name="Google Shape;88;p5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720400" y="669575"/>
            <a:ext cx="11055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720400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2"/>
          </p:nvPr>
        </p:nvSpPr>
        <p:spPr>
          <a:xfrm>
            <a:off x="4678325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3"/>
          </p:nvPr>
        </p:nvSpPr>
        <p:spPr>
          <a:xfrm>
            <a:off x="720400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4"/>
          </p:nvPr>
        </p:nvSpPr>
        <p:spPr>
          <a:xfrm>
            <a:off x="4678325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 idx="5"/>
          </p:nvPr>
        </p:nvSpPr>
        <p:spPr>
          <a:xfrm>
            <a:off x="720400" y="2145825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 idx="6"/>
          </p:nvPr>
        </p:nvSpPr>
        <p:spPr>
          <a:xfrm>
            <a:off x="4678325" y="2145825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title" idx="7"/>
          </p:nvPr>
        </p:nvSpPr>
        <p:spPr>
          <a:xfrm>
            <a:off x="720400" y="4186884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 idx="8"/>
          </p:nvPr>
        </p:nvSpPr>
        <p:spPr>
          <a:xfrm>
            <a:off x="4678325" y="4186884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1823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004 Section Title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4386975" y="2965625"/>
            <a:ext cx="7389300" cy="207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4386975" y="2041175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133" name="Google Shape;133;p6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34" name="Google Shape;134;p6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6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0221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006 Two 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7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69" name="Google Shape;169;p7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7"/>
          <p:cNvSpPr txBox="1">
            <a:spLocks noGrp="1"/>
          </p:cNvSpPr>
          <p:nvPr>
            <p:ph type="subTitle" idx="1"/>
          </p:nvPr>
        </p:nvSpPr>
        <p:spPr>
          <a:xfrm>
            <a:off x="873360" y="1813775"/>
            <a:ext cx="49611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subTitle" idx="2"/>
          </p:nvPr>
        </p:nvSpPr>
        <p:spPr>
          <a:xfrm>
            <a:off x="6464155" y="1813775"/>
            <a:ext cx="49608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873350" y="8363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4" name="Google Shape;204;p7"/>
          <p:cNvSpPr txBox="1">
            <a:spLocks noGrp="1"/>
          </p:cNvSpPr>
          <p:nvPr>
            <p:ph type="body" idx="3"/>
          </p:nvPr>
        </p:nvSpPr>
        <p:spPr>
          <a:xfrm>
            <a:off x="873350" y="2750800"/>
            <a:ext cx="49608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5" name="Google Shape;205;p7"/>
          <p:cNvSpPr txBox="1">
            <a:spLocks noGrp="1"/>
          </p:cNvSpPr>
          <p:nvPr>
            <p:ph type="body" idx="4"/>
          </p:nvPr>
        </p:nvSpPr>
        <p:spPr>
          <a:xfrm>
            <a:off x="6464146" y="2739050"/>
            <a:ext cx="49611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6" name="Google Shape;206;p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28763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005 One colum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8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09" name="Google Shape;209;p8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8"/>
          <p:cNvSpPr txBox="1">
            <a:spLocks noGrp="1"/>
          </p:cNvSpPr>
          <p:nvPr>
            <p:ph type="subTitle" idx="1"/>
          </p:nvPr>
        </p:nvSpPr>
        <p:spPr>
          <a:xfrm>
            <a:off x="2474965" y="2530200"/>
            <a:ext cx="729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2" name="Google Shape;242;p8"/>
          <p:cNvSpPr txBox="1">
            <a:spLocks noGrp="1"/>
          </p:cNvSpPr>
          <p:nvPr>
            <p:ph type="title"/>
          </p:nvPr>
        </p:nvSpPr>
        <p:spPr>
          <a:xfrm>
            <a:off x="2425525" y="1099400"/>
            <a:ext cx="729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3" name="Google Shape;243;p8"/>
          <p:cNvSpPr txBox="1">
            <a:spLocks noGrp="1"/>
          </p:cNvSpPr>
          <p:nvPr>
            <p:ph type="body" idx="2"/>
          </p:nvPr>
        </p:nvSpPr>
        <p:spPr>
          <a:xfrm>
            <a:off x="2474975" y="3190375"/>
            <a:ext cx="7291500" cy="26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4" name="Google Shape;244;p8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1115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Quote">
  <p:cSld name="007 Quote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9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47" name="Google Shape;247;p9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558100" y="187352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0" name="Google Shape;280;p9"/>
          <p:cNvSpPr txBox="1">
            <a:spLocks noGrp="1"/>
          </p:cNvSpPr>
          <p:nvPr>
            <p:ph type="subTitle" idx="1"/>
          </p:nvPr>
        </p:nvSpPr>
        <p:spPr>
          <a:xfrm>
            <a:off x="632875" y="5919475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8498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009 Big Title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0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84" name="Google Shape;284;p10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0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0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10"/>
          <p:cNvSpPr txBox="1">
            <a:spLocks noGrp="1"/>
          </p:cNvSpPr>
          <p:nvPr>
            <p:ph type="title"/>
          </p:nvPr>
        </p:nvSpPr>
        <p:spPr>
          <a:xfrm>
            <a:off x="548200" y="199207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17" name="Google Shape;317;p10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991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008 Three columns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1"/>
          <p:cNvGrpSpPr/>
          <p:nvPr/>
        </p:nvGrpSpPr>
        <p:grpSpPr>
          <a:xfrm flipH="1">
            <a:off x="21700" y="2918637"/>
            <a:ext cx="12245912" cy="3938882"/>
            <a:chOff x="4435" y="7748593"/>
            <a:chExt cx="12182563" cy="5161009"/>
          </a:xfrm>
        </p:grpSpPr>
        <p:sp>
          <p:nvSpPr>
            <p:cNvPr id="320" name="Google Shape;320;p1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11"/>
          <p:cNvSpPr txBox="1">
            <a:spLocks noGrp="1"/>
          </p:cNvSpPr>
          <p:nvPr>
            <p:ph type="subTitle" idx="1"/>
          </p:nvPr>
        </p:nvSpPr>
        <p:spPr>
          <a:xfrm>
            <a:off x="565634" y="1729975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3" name="Google Shape;353;p11"/>
          <p:cNvSpPr txBox="1">
            <a:spLocks noGrp="1"/>
          </p:cNvSpPr>
          <p:nvPr>
            <p:ph type="subTitle" idx="2"/>
          </p:nvPr>
        </p:nvSpPr>
        <p:spPr>
          <a:xfrm>
            <a:off x="564884" y="3334868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4" name="Google Shape;354;p11"/>
          <p:cNvSpPr txBox="1">
            <a:spLocks noGrp="1"/>
          </p:cNvSpPr>
          <p:nvPr>
            <p:ph type="subTitle" idx="3"/>
          </p:nvPr>
        </p:nvSpPr>
        <p:spPr>
          <a:xfrm>
            <a:off x="564884" y="4939762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5" name="Google Shape;355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6" name="Google Shape;356;p11"/>
          <p:cNvSpPr txBox="1">
            <a:spLocks noGrp="1"/>
          </p:cNvSpPr>
          <p:nvPr>
            <p:ph type="body" idx="4"/>
          </p:nvPr>
        </p:nvSpPr>
        <p:spPr>
          <a:xfrm>
            <a:off x="565625" y="2167925"/>
            <a:ext cx="108975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7" name="Google Shape;357;p11"/>
          <p:cNvSpPr txBox="1">
            <a:spLocks noGrp="1"/>
          </p:cNvSpPr>
          <p:nvPr>
            <p:ph type="body" idx="5"/>
          </p:nvPr>
        </p:nvSpPr>
        <p:spPr>
          <a:xfrm>
            <a:off x="564875" y="3761388"/>
            <a:ext cx="108975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8" name="Google Shape;358;p11"/>
          <p:cNvSpPr txBox="1">
            <a:spLocks noGrp="1"/>
          </p:cNvSpPr>
          <p:nvPr>
            <p:ph type="body" idx="6"/>
          </p:nvPr>
        </p:nvSpPr>
        <p:spPr>
          <a:xfrm>
            <a:off x="564875" y="5353050"/>
            <a:ext cx="108990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9" name="Google Shape;359;p11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3318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eam">
  <p:cSld name="008 Team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2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362" name="Google Shape;362;p12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2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2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2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2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2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2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2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2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2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2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2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2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2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2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2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2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2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2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2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2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2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2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2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2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2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2"/>
          <p:cNvSpPr txBox="1">
            <a:spLocks noGrp="1"/>
          </p:cNvSpPr>
          <p:nvPr>
            <p:ph type="subTitle" idx="1"/>
          </p:nvPr>
        </p:nvSpPr>
        <p:spPr>
          <a:xfrm>
            <a:off x="1189052" y="40206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5" name="Google Shape;395;p12"/>
          <p:cNvSpPr txBox="1">
            <a:spLocks noGrp="1"/>
          </p:cNvSpPr>
          <p:nvPr>
            <p:ph type="subTitle" idx="2"/>
          </p:nvPr>
        </p:nvSpPr>
        <p:spPr>
          <a:xfrm>
            <a:off x="4713302" y="40206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6" name="Google Shape;396;p12"/>
          <p:cNvSpPr txBox="1">
            <a:spLocks noGrp="1"/>
          </p:cNvSpPr>
          <p:nvPr>
            <p:ph type="subTitle" idx="3"/>
          </p:nvPr>
        </p:nvSpPr>
        <p:spPr>
          <a:xfrm>
            <a:off x="8237552" y="4020675"/>
            <a:ext cx="26586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7" name="Google Shape;397;p12"/>
          <p:cNvSpPr txBox="1">
            <a:spLocks noGrp="1"/>
          </p:cNvSpPr>
          <p:nvPr>
            <p:ph type="title"/>
          </p:nvPr>
        </p:nvSpPr>
        <p:spPr>
          <a:xfrm>
            <a:off x="1189050" y="669575"/>
            <a:ext cx="9707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8" name="Google Shape;398;p12"/>
          <p:cNvSpPr txBox="1">
            <a:spLocks noGrp="1"/>
          </p:cNvSpPr>
          <p:nvPr>
            <p:ph type="body" idx="4"/>
          </p:nvPr>
        </p:nvSpPr>
        <p:spPr>
          <a:xfrm>
            <a:off x="1189050" y="4458625"/>
            <a:ext cx="26589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99" name="Google Shape;399;p12"/>
          <p:cNvSpPr txBox="1">
            <a:spLocks noGrp="1"/>
          </p:cNvSpPr>
          <p:nvPr>
            <p:ph type="body" idx="5"/>
          </p:nvPr>
        </p:nvSpPr>
        <p:spPr>
          <a:xfrm>
            <a:off x="4713300" y="4447196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0" name="Google Shape;400;p12"/>
          <p:cNvSpPr txBox="1">
            <a:spLocks noGrp="1"/>
          </p:cNvSpPr>
          <p:nvPr>
            <p:ph type="body" idx="6"/>
          </p:nvPr>
        </p:nvSpPr>
        <p:spPr>
          <a:xfrm>
            <a:off x="8237550" y="4433967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1" name="Google Shape;401;p12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00219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Percentages">
  <p:cSld name="012 Percentages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13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04" name="Google Shape;404;p13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13"/>
          <p:cNvSpPr txBox="1">
            <a:spLocks noGrp="1"/>
          </p:cNvSpPr>
          <p:nvPr>
            <p:ph type="title" hasCustomPrompt="1"/>
          </p:nvPr>
        </p:nvSpPr>
        <p:spPr>
          <a:xfrm>
            <a:off x="715025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437" name="Google Shape;437;p13"/>
          <p:cNvSpPr txBox="1">
            <a:spLocks noGrp="1"/>
          </p:cNvSpPr>
          <p:nvPr>
            <p:ph type="title" idx="2"/>
          </p:nvPr>
        </p:nvSpPr>
        <p:spPr>
          <a:xfrm>
            <a:off x="715025" y="898175"/>
            <a:ext cx="10714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8" name="Google Shape;438;p13"/>
          <p:cNvSpPr txBox="1">
            <a:spLocks noGrp="1"/>
          </p:cNvSpPr>
          <p:nvPr>
            <p:ph type="title" idx="3" hasCustomPrompt="1"/>
          </p:nvPr>
        </p:nvSpPr>
        <p:spPr>
          <a:xfrm>
            <a:off x="4516336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439" name="Google Shape;439;p13"/>
          <p:cNvSpPr txBox="1">
            <a:spLocks noGrp="1"/>
          </p:cNvSpPr>
          <p:nvPr>
            <p:ph type="title" idx="4" hasCustomPrompt="1"/>
          </p:nvPr>
        </p:nvSpPr>
        <p:spPr>
          <a:xfrm>
            <a:off x="8481454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440" name="Google Shape;440;p13"/>
          <p:cNvSpPr txBox="1">
            <a:spLocks noGrp="1"/>
          </p:cNvSpPr>
          <p:nvPr>
            <p:ph type="body" idx="1"/>
          </p:nvPr>
        </p:nvSpPr>
        <p:spPr>
          <a:xfrm>
            <a:off x="8481446" y="361972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1" name="Google Shape;441;p13"/>
          <p:cNvSpPr txBox="1">
            <a:spLocks noGrp="1"/>
          </p:cNvSpPr>
          <p:nvPr>
            <p:ph type="body" idx="5"/>
          </p:nvPr>
        </p:nvSpPr>
        <p:spPr>
          <a:xfrm>
            <a:off x="451634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2" name="Google Shape;442;p13"/>
          <p:cNvSpPr txBox="1">
            <a:spLocks noGrp="1"/>
          </p:cNvSpPr>
          <p:nvPr>
            <p:ph type="body" idx="6"/>
          </p:nvPr>
        </p:nvSpPr>
        <p:spPr>
          <a:xfrm>
            <a:off x="71502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3" name="Google Shape;443;p13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839662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3 Six columns">
  <p:cSld name="013 Six columns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 txBox="1">
            <a:spLocks noGrp="1"/>
          </p:cNvSpPr>
          <p:nvPr>
            <p:ph type="subTitle" idx="1"/>
          </p:nvPr>
        </p:nvSpPr>
        <p:spPr>
          <a:xfrm>
            <a:off x="720400" y="216360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6" name="Google Shape;446;p14"/>
          <p:cNvSpPr txBox="1">
            <a:spLocks noGrp="1"/>
          </p:cNvSpPr>
          <p:nvPr>
            <p:ph type="subTitle" idx="2"/>
          </p:nvPr>
        </p:nvSpPr>
        <p:spPr>
          <a:xfrm>
            <a:off x="720400" y="4020325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7" name="Google Shape;447;p14"/>
          <p:cNvSpPr txBox="1">
            <a:spLocks noGrp="1"/>
          </p:cNvSpPr>
          <p:nvPr>
            <p:ph type="subTitle" idx="3"/>
          </p:nvPr>
        </p:nvSpPr>
        <p:spPr>
          <a:xfrm>
            <a:off x="8381787" y="217298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8" name="Google Shape;448;p14"/>
          <p:cNvSpPr txBox="1">
            <a:spLocks noGrp="1"/>
          </p:cNvSpPr>
          <p:nvPr>
            <p:ph type="subTitle" idx="4"/>
          </p:nvPr>
        </p:nvSpPr>
        <p:spPr>
          <a:xfrm>
            <a:off x="4571787" y="218095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9" name="Google Shape;449;p14"/>
          <p:cNvSpPr txBox="1">
            <a:spLocks noGrp="1"/>
          </p:cNvSpPr>
          <p:nvPr>
            <p:ph type="subTitle" idx="5"/>
          </p:nvPr>
        </p:nvSpPr>
        <p:spPr>
          <a:xfrm>
            <a:off x="4571787" y="4020325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0" name="Google Shape;450;p14"/>
          <p:cNvSpPr txBox="1">
            <a:spLocks noGrp="1"/>
          </p:cNvSpPr>
          <p:nvPr>
            <p:ph type="subTitle" idx="6"/>
          </p:nvPr>
        </p:nvSpPr>
        <p:spPr>
          <a:xfrm>
            <a:off x="8381787" y="400178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1" name="Google Shape;451;p14"/>
          <p:cNvSpPr txBox="1">
            <a:spLocks noGrp="1"/>
          </p:cNvSpPr>
          <p:nvPr>
            <p:ph type="title"/>
          </p:nvPr>
        </p:nvSpPr>
        <p:spPr>
          <a:xfrm>
            <a:off x="720400" y="898175"/>
            <a:ext cx="1091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2" name="Google Shape;452;p14"/>
          <p:cNvSpPr txBox="1">
            <a:spLocks noGrp="1"/>
          </p:cNvSpPr>
          <p:nvPr>
            <p:ph type="body" idx="7"/>
          </p:nvPr>
        </p:nvSpPr>
        <p:spPr>
          <a:xfrm>
            <a:off x="4571787" y="25898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3" name="Google Shape;453;p14"/>
          <p:cNvSpPr txBox="1">
            <a:spLocks noGrp="1"/>
          </p:cNvSpPr>
          <p:nvPr>
            <p:ph type="body" idx="8"/>
          </p:nvPr>
        </p:nvSpPr>
        <p:spPr>
          <a:xfrm>
            <a:off x="8381787" y="44186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4" name="Google Shape;454;p14"/>
          <p:cNvSpPr txBox="1">
            <a:spLocks noGrp="1"/>
          </p:cNvSpPr>
          <p:nvPr>
            <p:ph type="body" idx="9"/>
          </p:nvPr>
        </p:nvSpPr>
        <p:spPr>
          <a:xfrm>
            <a:off x="4571787" y="44186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5" name="Google Shape;455;p14"/>
          <p:cNvSpPr txBox="1">
            <a:spLocks noGrp="1"/>
          </p:cNvSpPr>
          <p:nvPr>
            <p:ph type="body" idx="13"/>
          </p:nvPr>
        </p:nvSpPr>
        <p:spPr>
          <a:xfrm>
            <a:off x="720400" y="25898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6" name="Google Shape;456;p14"/>
          <p:cNvSpPr txBox="1">
            <a:spLocks noGrp="1"/>
          </p:cNvSpPr>
          <p:nvPr>
            <p:ph type="body" idx="14"/>
          </p:nvPr>
        </p:nvSpPr>
        <p:spPr>
          <a:xfrm>
            <a:off x="8381787" y="25898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7" name="Google Shape;457;p14"/>
          <p:cNvSpPr txBox="1">
            <a:spLocks noGrp="1"/>
          </p:cNvSpPr>
          <p:nvPr>
            <p:ph type="body" idx="15"/>
          </p:nvPr>
        </p:nvSpPr>
        <p:spPr>
          <a:xfrm>
            <a:off x="720400" y="44186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458" name="Google Shape;458;p14"/>
          <p:cNvGrpSpPr/>
          <p:nvPr/>
        </p:nvGrpSpPr>
        <p:grpSpPr>
          <a:xfrm rot="10800000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59" name="Google Shape;459;p14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p14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0949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4 Map">
  <p:cSld name="014 Map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15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94" name="Google Shape;494;p15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15"/>
          <p:cNvSpPr txBox="1">
            <a:spLocks noGrp="1"/>
          </p:cNvSpPr>
          <p:nvPr>
            <p:ph type="subTitle" idx="1"/>
          </p:nvPr>
        </p:nvSpPr>
        <p:spPr>
          <a:xfrm>
            <a:off x="8378500" y="1882375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7" name="Google Shape;527;p15"/>
          <p:cNvSpPr txBox="1">
            <a:spLocks noGrp="1"/>
          </p:cNvSpPr>
          <p:nvPr>
            <p:ph type="subTitle" idx="2"/>
          </p:nvPr>
        </p:nvSpPr>
        <p:spPr>
          <a:xfrm>
            <a:off x="8378500" y="4102757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8" name="Google Shape;528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29" name="Google Shape;529;p15"/>
          <p:cNvSpPr txBox="1">
            <a:spLocks noGrp="1"/>
          </p:cNvSpPr>
          <p:nvPr>
            <p:ph type="body" idx="3"/>
          </p:nvPr>
        </p:nvSpPr>
        <p:spPr>
          <a:xfrm>
            <a:off x="8378500" y="2318375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0" name="Google Shape;530;p15"/>
          <p:cNvSpPr txBox="1">
            <a:spLocks noGrp="1"/>
          </p:cNvSpPr>
          <p:nvPr>
            <p:ph type="body" idx="4"/>
          </p:nvPr>
        </p:nvSpPr>
        <p:spPr>
          <a:xfrm>
            <a:off x="8378500" y="4506700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1" name="Google Shape;531;p15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043944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5 Timeline">
  <p:cSld name="015 Timeline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16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34" name="Google Shape;534;p16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" name="Google Shape;566;p16"/>
          <p:cNvSpPr txBox="1">
            <a:spLocks noGrp="1"/>
          </p:cNvSpPr>
          <p:nvPr>
            <p:ph type="subTitle" idx="1"/>
          </p:nvPr>
        </p:nvSpPr>
        <p:spPr>
          <a:xfrm>
            <a:off x="415600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7" name="Google Shape;567;p16"/>
          <p:cNvSpPr txBox="1">
            <a:spLocks noGrp="1"/>
          </p:cNvSpPr>
          <p:nvPr>
            <p:ph type="subTitle" idx="2"/>
          </p:nvPr>
        </p:nvSpPr>
        <p:spPr>
          <a:xfrm>
            <a:off x="277537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8" name="Google Shape;568;p16"/>
          <p:cNvSpPr txBox="1">
            <a:spLocks noGrp="1"/>
          </p:cNvSpPr>
          <p:nvPr>
            <p:ph type="subTitle" idx="3"/>
          </p:nvPr>
        </p:nvSpPr>
        <p:spPr>
          <a:xfrm>
            <a:off x="5135153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9" name="Google Shape;569;p16"/>
          <p:cNvSpPr txBox="1">
            <a:spLocks noGrp="1"/>
          </p:cNvSpPr>
          <p:nvPr>
            <p:ph type="subTitle" idx="4"/>
          </p:nvPr>
        </p:nvSpPr>
        <p:spPr>
          <a:xfrm>
            <a:off x="7494930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70" name="Google Shape;570;p16"/>
          <p:cNvSpPr txBox="1">
            <a:spLocks noGrp="1"/>
          </p:cNvSpPr>
          <p:nvPr>
            <p:ph type="subTitle" idx="5"/>
          </p:nvPr>
        </p:nvSpPr>
        <p:spPr>
          <a:xfrm>
            <a:off x="985470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71" name="Google Shape;571;p16"/>
          <p:cNvSpPr txBox="1">
            <a:spLocks noGrp="1"/>
          </p:cNvSpPr>
          <p:nvPr>
            <p:ph type="title"/>
          </p:nvPr>
        </p:nvSpPr>
        <p:spPr>
          <a:xfrm>
            <a:off x="415600" y="974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72" name="Google Shape;572;p16"/>
          <p:cNvSpPr txBox="1">
            <a:spLocks noGrp="1"/>
          </p:cNvSpPr>
          <p:nvPr>
            <p:ph type="body" idx="6"/>
          </p:nvPr>
        </p:nvSpPr>
        <p:spPr>
          <a:xfrm>
            <a:off x="4156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3" name="Google Shape;573;p16"/>
          <p:cNvSpPr txBox="1">
            <a:spLocks noGrp="1"/>
          </p:cNvSpPr>
          <p:nvPr>
            <p:ph type="body" idx="7"/>
          </p:nvPr>
        </p:nvSpPr>
        <p:spPr>
          <a:xfrm>
            <a:off x="277537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4" name="Google Shape;574;p16"/>
          <p:cNvSpPr txBox="1">
            <a:spLocks noGrp="1"/>
          </p:cNvSpPr>
          <p:nvPr>
            <p:ph type="body" idx="8"/>
          </p:nvPr>
        </p:nvSpPr>
        <p:spPr>
          <a:xfrm>
            <a:off x="513515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5" name="Google Shape;575;p16"/>
          <p:cNvSpPr txBox="1">
            <a:spLocks noGrp="1"/>
          </p:cNvSpPr>
          <p:nvPr>
            <p:ph type="body" idx="9"/>
          </p:nvPr>
        </p:nvSpPr>
        <p:spPr>
          <a:xfrm>
            <a:off x="749492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6" name="Google Shape;576;p16"/>
          <p:cNvSpPr txBox="1">
            <a:spLocks noGrp="1"/>
          </p:cNvSpPr>
          <p:nvPr>
            <p:ph type="body" idx="13"/>
          </p:nvPr>
        </p:nvSpPr>
        <p:spPr>
          <a:xfrm>
            <a:off x="98547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7" name="Google Shape;577;p16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3990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6 Title and text left">
  <p:cSld name="016 Title and text left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7"/>
          <p:cNvSpPr txBox="1">
            <a:spLocks noGrp="1"/>
          </p:cNvSpPr>
          <p:nvPr>
            <p:ph type="title"/>
          </p:nvPr>
        </p:nvSpPr>
        <p:spPr>
          <a:xfrm>
            <a:off x="644200" y="974375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80" name="Google Shape;580;p17"/>
          <p:cNvSpPr txBox="1">
            <a:spLocks noGrp="1"/>
          </p:cNvSpPr>
          <p:nvPr>
            <p:ph type="body" idx="1"/>
          </p:nvPr>
        </p:nvSpPr>
        <p:spPr>
          <a:xfrm>
            <a:off x="644050" y="2097700"/>
            <a:ext cx="5581500" cy="3565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581" name="Google Shape;581;p17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82" name="Google Shape;582;p17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p1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41869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7 Title and text right">
  <p:cSld name="017 Title and text right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>
            <a:spLocks noGrp="1"/>
          </p:cNvSpPr>
          <p:nvPr>
            <p:ph type="title"/>
          </p:nvPr>
        </p:nvSpPr>
        <p:spPr>
          <a:xfrm>
            <a:off x="5978200" y="974375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17" name="Google Shape;617;p18"/>
          <p:cNvSpPr txBox="1">
            <a:spLocks noGrp="1"/>
          </p:cNvSpPr>
          <p:nvPr>
            <p:ph type="body" idx="1"/>
          </p:nvPr>
        </p:nvSpPr>
        <p:spPr>
          <a:xfrm>
            <a:off x="5978300" y="2508425"/>
            <a:ext cx="5581500" cy="310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618" name="Google Shape;618;p18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619" name="Google Shape;619;p18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8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8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1" name="Google Shape;651;p18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76610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018 Custom Layout 1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20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691" name="Google Shape;691;p20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0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0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0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20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20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0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0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0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20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20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0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20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20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3" name="Google Shape;723;p20"/>
          <p:cNvSpPr txBox="1">
            <a:spLocks noGrp="1"/>
          </p:cNvSpPr>
          <p:nvPr>
            <p:ph type="subTitle" idx="1"/>
          </p:nvPr>
        </p:nvSpPr>
        <p:spPr>
          <a:xfrm>
            <a:off x="4918475" y="2716900"/>
            <a:ext cx="558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r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24" name="Google Shape;724;p20"/>
          <p:cNvSpPr txBox="1">
            <a:spLocks noGrp="1"/>
          </p:cNvSpPr>
          <p:nvPr>
            <p:ph type="title"/>
          </p:nvPr>
        </p:nvSpPr>
        <p:spPr>
          <a:xfrm>
            <a:off x="4918475" y="1784050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25" name="Google Shape;725;p20"/>
          <p:cNvSpPr txBox="1">
            <a:spLocks noGrp="1"/>
          </p:cNvSpPr>
          <p:nvPr>
            <p:ph type="body" idx="2"/>
          </p:nvPr>
        </p:nvSpPr>
        <p:spPr>
          <a:xfrm>
            <a:off x="4918525" y="3581700"/>
            <a:ext cx="5581500" cy="134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26" name="Google Shape;726;p20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513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0 DO NOT REMOVE · SlidesMania">
  <p:cSld name="100 DO NOT REMOVE · SlidesMania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29" name="Google Shape;729;p2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1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731" name="Google Shape;731;p21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32" name="Google Shape;732;p21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3" name="Google Shape;733;p21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21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5" name="Google Shape;735;p21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21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737" name="Google Shape;737;p21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327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50000">
              <a:srgbClr val="292929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fld id="{5B6E4003-E022-4E2D-9458-42987ABEB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7330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8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  <p:sldLayoutId id="2147483891" r:id="rId13"/>
    <p:sldLayoutId id="2147483892" r:id="rId14"/>
    <p:sldLayoutId id="2147483893" r:id="rId15"/>
    <p:sldLayoutId id="2147483894" r:id="rId16"/>
    <p:sldLayoutId id="2147483896" r:id="rId17"/>
    <p:sldLayoutId id="2147483897" r:id="rId1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61B60-0CFF-0FC8-FC4D-9439C7B54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1648605"/>
            <a:ext cx="11360700" cy="12306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ru-RU" dirty="0"/>
              <a:t>Курсовая работа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9373F-C4DC-2046-2FBC-B15257D15D19}"/>
              </a:ext>
            </a:extLst>
          </p:cNvPr>
          <p:cNvSpPr txBox="1"/>
          <p:nvPr/>
        </p:nvSpPr>
        <p:spPr>
          <a:xfrm>
            <a:off x="2989162" y="3434264"/>
            <a:ext cx="6140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</a:t>
            </a:r>
            <a:r>
              <a:rPr lang="en-US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агента мониторинга с веб-интерфейсом</a:t>
            </a: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76120-EF18-5324-5756-28528ABD0B8D}"/>
              </a:ext>
            </a:extLst>
          </p:cNvPr>
          <p:cNvSpPr txBox="1"/>
          <p:nvPr/>
        </p:nvSpPr>
        <p:spPr>
          <a:xfrm>
            <a:off x="8150506" y="4783719"/>
            <a:ext cx="43491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Выполнил:</a:t>
            </a:r>
          </a:p>
          <a:p>
            <a:r>
              <a:rPr lang="ru-RU" dirty="0">
                <a:solidFill>
                  <a:schemeClr val="bg1"/>
                </a:solidFill>
              </a:rPr>
              <a:t>студент II курса, группы ИСТ-2а,</a:t>
            </a:r>
          </a:p>
          <a:p>
            <a:r>
              <a:rPr lang="ru-RU" dirty="0">
                <a:solidFill>
                  <a:schemeClr val="bg1"/>
                </a:solidFill>
              </a:rPr>
              <a:t>направление 09.03.02 «Информационные системы и технологии»</a:t>
            </a:r>
          </a:p>
          <a:p>
            <a:r>
              <a:rPr lang="ru-RU" dirty="0">
                <a:solidFill>
                  <a:schemeClr val="bg1"/>
                </a:solidFill>
              </a:rPr>
              <a:t>Чулков А.П.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Преподаватель:</a:t>
            </a:r>
          </a:p>
          <a:p>
            <a:r>
              <a:rPr lang="ru-RU" dirty="0" err="1">
                <a:solidFill>
                  <a:schemeClr val="bg1"/>
                </a:solidFill>
              </a:rPr>
              <a:t>Храмогин</a:t>
            </a:r>
            <a:r>
              <a:rPr lang="ru-RU" dirty="0">
                <a:solidFill>
                  <a:schemeClr val="bg1"/>
                </a:solidFill>
              </a:rPr>
              <a:t> А.А.</a:t>
            </a:r>
          </a:p>
        </p:txBody>
      </p:sp>
    </p:spTree>
    <p:extLst>
      <p:ext uri="{BB962C8B-B14F-4D97-AF65-F5344CB8AC3E}">
        <p14:creationId xmlns:p14="http://schemas.microsoft.com/office/powerpoint/2010/main" val="1892112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E4EF0-6963-76C7-9920-71CB532A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32" y="97598"/>
            <a:ext cx="11360700" cy="1230600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AA0B0-57CE-9FD6-DA2C-CF6F3D73D59A}"/>
              </a:ext>
            </a:extLst>
          </p:cNvPr>
          <p:cNvSpPr txBox="1"/>
          <p:nvPr/>
        </p:nvSpPr>
        <p:spPr>
          <a:xfrm>
            <a:off x="1553507" y="2144766"/>
            <a:ext cx="6290840" cy="3956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проекта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проекта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использования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Зависимости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Планы развития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20604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4B115-8F5F-AA9B-3201-32EF69D9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49" y="212375"/>
            <a:ext cx="5581500" cy="763500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24A9C4-F420-9BE4-3D6D-96A69B626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4050" y="2097700"/>
            <a:ext cx="6713096" cy="4374220"/>
          </a:xfrm>
        </p:spPr>
        <p:txBody>
          <a:bodyPr/>
          <a:lstStyle/>
          <a:p>
            <a:pPr algn="l">
              <a:buClr>
                <a:schemeClr val="bg1"/>
              </a:buClr>
              <a:buFont typeface="+mj-lt"/>
              <a:buAutoNum type="arabicPeriod"/>
            </a:pPr>
            <a:r>
              <a:rPr lang="ru-RU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Ci.webM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легковесная система сбора и отображения системных метрик через веб-интерфейс.</a:t>
            </a:r>
          </a:p>
          <a:p>
            <a:pPr algn="l">
              <a:buClr>
                <a:schemeClr val="bg1"/>
              </a:buClr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Суть проекта — автоматический мониторинг ресурсов ПК или сервера без необходимости использовать консоль, SSH или RDP. Достаточно открыть браузер.</a:t>
            </a:r>
          </a:p>
          <a:p>
            <a:pPr algn="l">
              <a:buClr>
                <a:schemeClr val="bg1"/>
              </a:buClr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особенности:</a:t>
            </a:r>
          </a:p>
          <a:p>
            <a:pPr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Многопоточный сбор данных </a:t>
            </a:r>
          </a:p>
          <a:p>
            <a:pPr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 режимов работы</a:t>
            </a:r>
          </a:p>
          <a:p>
            <a:pPr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Кроссплатформенность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43772F-4B82-46E7-927D-1FDD0A6E3C1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993" y="6809429"/>
            <a:ext cx="72604" cy="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60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8FAAE-19D7-AEBA-1836-C746BC44F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190195"/>
            <a:ext cx="11360700" cy="1230600"/>
          </a:xfrm>
        </p:spPr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083FAC0-A101-07A7-76EE-071AA4532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50" y="1420795"/>
            <a:ext cx="7048475" cy="4968430"/>
          </a:xfrm>
        </p:spPr>
        <p:txBody>
          <a:bodyPr/>
          <a:lstStyle/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Сбор метрик: CPU (по ядрам, частота, температура), RAM + </a:t>
            </a:r>
            <a:r>
              <a:rPr lang="ru-RU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диски (ёмкость, скорость R/W), сеть (скорость, адреса), вентиляторы</a:t>
            </a: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Многопоточность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каждый датчик в своём потоке, не блокируют друг друга</a:t>
            </a: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Веб-интерфейс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адаптивные карточки, авто обновление раз в 3 секунды</a:t>
            </a: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настройка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отключение ненужных коллекторов через </a:t>
            </a:r>
            <a:r>
              <a:rPr lang="ru-RU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config.json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API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унифицированный доступ к данным для внешних систем</a:t>
            </a: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Отказоустойчивость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сбой одного датчика не останавливает остальные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971EA4-31C0-4AB6-A052-8E75EFA80F6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7482770" y="2224038"/>
            <a:ext cx="5643816" cy="30914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584783-BAFE-4CA0-88EA-51B3CA7A96E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993" y="6809429"/>
            <a:ext cx="72604" cy="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6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129F3-3A96-9BC4-B029-6426A750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" y="51490"/>
            <a:ext cx="12011069" cy="924691"/>
          </a:xfrm>
        </p:spPr>
        <p:txBody>
          <a:bodyPr/>
          <a:lstStyle/>
          <a:p>
            <a:pPr algn="ctr"/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агента</a:t>
            </a:r>
          </a:p>
        </p:txBody>
      </p:sp>
      <p:sp>
        <p:nvSpPr>
          <p:cNvPr id="6" name="AutoShape 2" descr="FreeRDP clipboard image">
            <a:extLst>
              <a:ext uri="{FF2B5EF4-FFF2-40B4-BE49-F238E27FC236}">
                <a16:creationId xmlns:a16="http://schemas.microsoft.com/office/drawing/2014/main" id="{4184DB6B-4FFA-1B2C-A9B9-1F7BB76AF5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6603357" cy="660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71F5E83-1F5C-4792-95D3-376F722F6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417" y="2951391"/>
            <a:ext cx="5804407" cy="3264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4" name="Группа 1033">
            <a:extLst>
              <a:ext uri="{FF2B5EF4-FFF2-40B4-BE49-F238E27FC236}">
                <a16:creationId xmlns:a16="http://schemas.microsoft.com/office/drawing/2014/main" id="{841819CA-94E4-465F-A434-FEBD79A54CC5}"/>
              </a:ext>
            </a:extLst>
          </p:cNvPr>
          <p:cNvGrpSpPr/>
          <p:nvPr/>
        </p:nvGrpSpPr>
        <p:grpSpPr>
          <a:xfrm>
            <a:off x="6212772" y="1117327"/>
            <a:ext cx="4398521" cy="1390036"/>
            <a:chOff x="6212772" y="1117327"/>
            <a:chExt cx="4398521" cy="1390036"/>
          </a:xfrm>
        </p:grpSpPr>
        <p:sp>
          <p:nvSpPr>
            <p:cNvPr id="3" name="Блок-схема: магнитный диск 2">
              <a:extLst>
                <a:ext uri="{FF2B5EF4-FFF2-40B4-BE49-F238E27FC236}">
                  <a16:creationId xmlns:a16="http://schemas.microsoft.com/office/drawing/2014/main" id="{AFF7D952-62C5-4B5F-9541-0C61DF78294D}"/>
                </a:ext>
              </a:extLst>
            </p:cNvPr>
            <p:cNvSpPr/>
            <p:nvPr/>
          </p:nvSpPr>
          <p:spPr>
            <a:xfrm>
              <a:off x="6212772" y="1117327"/>
              <a:ext cx="1563880" cy="427289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Config.jsonc</a:t>
              </a:r>
              <a:endParaRPr lang="ru-RU" sz="1000" dirty="0">
                <a:solidFill>
                  <a:schemeClr val="tx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585B55-B0F2-4AA4-9CA0-75C57C06346B}"/>
                </a:ext>
              </a:extLst>
            </p:cNvPr>
            <p:cNvSpPr txBox="1"/>
            <p:nvPr/>
          </p:nvSpPr>
          <p:spPr>
            <a:xfrm>
              <a:off x="6701594" y="1841700"/>
              <a:ext cx="1563880" cy="400110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Core.py</a:t>
              </a:r>
              <a:br>
                <a:rPr lang="ru-RU" sz="1000" dirty="0"/>
              </a:br>
              <a:r>
                <a:rPr lang="en-US" sz="1000" dirty="0"/>
                <a:t>(</a:t>
              </a:r>
              <a:r>
                <a:rPr lang="ru-RU" sz="1000" dirty="0"/>
                <a:t>Оркестратор</a:t>
              </a:r>
              <a:r>
                <a:rPr lang="en-US" sz="1000" dirty="0"/>
                <a:t>)</a:t>
              </a:r>
              <a:endParaRPr lang="ru-RU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4A5467-D2EA-426C-B41B-D75C0EF00F13}"/>
                </a:ext>
              </a:extLst>
            </p:cNvPr>
            <p:cNvSpPr txBox="1"/>
            <p:nvPr/>
          </p:nvSpPr>
          <p:spPr>
            <a:xfrm>
              <a:off x="8651349" y="1176103"/>
              <a:ext cx="1563880" cy="400110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web.py</a:t>
              </a:r>
              <a:br>
                <a:rPr lang="ru-RU" sz="1000" dirty="0"/>
              </a:br>
              <a:r>
                <a:rPr lang="en-US" sz="1000" dirty="0"/>
                <a:t>(Flask-</a:t>
              </a:r>
              <a:r>
                <a:rPr lang="ru-RU" sz="1000" dirty="0"/>
                <a:t>сервер</a:t>
              </a:r>
              <a:r>
                <a:rPr lang="en-US" sz="1000" dirty="0"/>
                <a:t>)</a:t>
              </a:r>
              <a:endParaRPr lang="ru-RU" sz="1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31ACEF-5793-4F6E-A09C-E4D401AC8902}"/>
                </a:ext>
              </a:extLst>
            </p:cNvPr>
            <p:cNvSpPr txBox="1"/>
            <p:nvPr/>
          </p:nvSpPr>
          <p:spPr>
            <a:xfrm>
              <a:off x="9047413" y="1835141"/>
              <a:ext cx="1563880" cy="246221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00" dirty="0"/>
                <a:t>Браузер</a:t>
              </a:r>
            </a:p>
          </p:txBody>
        </p: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5C199BD6-2D8A-4072-A448-A8A6D10BD707}"/>
                </a:ext>
              </a:extLst>
            </p:cNvPr>
            <p:cNvCxnSpPr>
              <a:cxnSpLocks/>
              <a:stCxn id="3" idx="3"/>
              <a:endCxn id="4" idx="0"/>
            </p:cNvCxnSpPr>
            <p:nvPr/>
          </p:nvCxnSpPr>
          <p:spPr>
            <a:xfrm>
              <a:off x="6994712" y="1544616"/>
              <a:ext cx="488822" cy="2970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5D08E52-3134-40F9-A0BD-3196641E4107}"/>
                </a:ext>
              </a:extLst>
            </p:cNvPr>
            <p:cNvSpPr txBox="1"/>
            <p:nvPr/>
          </p:nvSpPr>
          <p:spPr>
            <a:xfrm>
              <a:off x="9047413" y="2261142"/>
              <a:ext cx="1563880" cy="246221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API </a:t>
              </a:r>
              <a:r>
                <a:rPr lang="ru-RU" sz="1000" dirty="0"/>
                <a:t>клиент</a:t>
              </a:r>
            </a:p>
          </p:txBody>
        </p:sp>
        <p:cxnSp>
          <p:nvCxnSpPr>
            <p:cNvPr id="110" name="Прямая со стрелкой 109">
              <a:extLst>
                <a:ext uri="{FF2B5EF4-FFF2-40B4-BE49-F238E27FC236}">
                  <a16:creationId xmlns:a16="http://schemas.microsoft.com/office/drawing/2014/main" id="{38195127-C7BC-46B7-AA53-21418B037DCD}"/>
                </a:ext>
              </a:extLst>
            </p:cNvPr>
            <p:cNvCxnSpPr>
              <a:stCxn id="8" idx="1"/>
              <a:endCxn id="4" idx="3"/>
            </p:cNvCxnSpPr>
            <p:nvPr/>
          </p:nvCxnSpPr>
          <p:spPr>
            <a:xfrm flipH="1">
              <a:off x="8265474" y="1958252"/>
              <a:ext cx="781939" cy="83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Прямая со стрелкой 111">
              <a:extLst>
                <a:ext uri="{FF2B5EF4-FFF2-40B4-BE49-F238E27FC236}">
                  <a16:creationId xmlns:a16="http://schemas.microsoft.com/office/drawing/2014/main" id="{91B1A4F8-3C26-4237-B520-28F8AB1DECEE}"/>
                </a:ext>
              </a:extLst>
            </p:cNvPr>
            <p:cNvCxnSpPr>
              <a:stCxn id="109" idx="1"/>
              <a:endCxn id="4" idx="3"/>
            </p:cNvCxnSpPr>
            <p:nvPr/>
          </p:nvCxnSpPr>
          <p:spPr>
            <a:xfrm flipH="1" flipV="1">
              <a:off x="8265474" y="2041755"/>
              <a:ext cx="781939" cy="3424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Прямая со стрелкой 114">
              <a:extLst>
                <a:ext uri="{FF2B5EF4-FFF2-40B4-BE49-F238E27FC236}">
                  <a16:creationId xmlns:a16="http://schemas.microsoft.com/office/drawing/2014/main" id="{5005ECF3-F83A-448D-B53B-87AA08F48F9C}"/>
                </a:ext>
              </a:extLst>
            </p:cNvPr>
            <p:cNvCxnSpPr>
              <a:stCxn id="7" idx="1"/>
              <a:endCxn id="4" idx="0"/>
            </p:cNvCxnSpPr>
            <p:nvPr/>
          </p:nvCxnSpPr>
          <p:spPr>
            <a:xfrm flipH="1">
              <a:off x="7483534" y="1376158"/>
              <a:ext cx="1167815" cy="4655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3" name="Группа 1032">
            <a:extLst>
              <a:ext uri="{FF2B5EF4-FFF2-40B4-BE49-F238E27FC236}">
                <a16:creationId xmlns:a16="http://schemas.microsoft.com/office/drawing/2014/main" id="{4BB96177-2978-4400-9E30-42FFFC267ACE}"/>
              </a:ext>
            </a:extLst>
          </p:cNvPr>
          <p:cNvGrpSpPr/>
          <p:nvPr/>
        </p:nvGrpSpPr>
        <p:grpSpPr>
          <a:xfrm>
            <a:off x="507490" y="1526330"/>
            <a:ext cx="5588512" cy="5149850"/>
            <a:chOff x="507490" y="1526330"/>
            <a:chExt cx="5588512" cy="5149850"/>
          </a:xfrm>
        </p:grpSpPr>
        <p:sp>
          <p:nvSpPr>
            <p:cNvPr id="31" name="Прямоугольник: один усеченный угол 30">
              <a:extLst>
                <a:ext uri="{FF2B5EF4-FFF2-40B4-BE49-F238E27FC236}">
                  <a16:creationId xmlns:a16="http://schemas.microsoft.com/office/drawing/2014/main" id="{C21B160B-34B0-4023-8ED9-ADA7B40401D2}"/>
                </a:ext>
              </a:extLst>
            </p:cNvPr>
            <p:cNvSpPr/>
            <p:nvPr/>
          </p:nvSpPr>
          <p:spPr>
            <a:xfrm rot="16200000">
              <a:off x="-814726" y="2848548"/>
              <a:ext cx="5139386" cy="2494954"/>
            </a:xfrm>
            <a:prstGeom prst="snip1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32" name="Прямоугольник: один усеченный угол 31">
              <a:extLst>
                <a:ext uri="{FF2B5EF4-FFF2-40B4-BE49-F238E27FC236}">
                  <a16:creationId xmlns:a16="http://schemas.microsoft.com/office/drawing/2014/main" id="{F0A90A3B-B17F-4069-BB3E-1D1DA839928A}"/>
                </a:ext>
              </a:extLst>
            </p:cNvPr>
            <p:cNvSpPr/>
            <p:nvPr/>
          </p:nvSpPr>
          <p:spPr>
            <a:xfrm rot="16200000">
              <a:off x="2109957" y="2679670"/>
              <a:ext cx="5139386" cy="2832705"/>
            </a:xfrm>
            <a:prstGeom prst="snip1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D8B0383-8571-4240-8EE4-B3C18D3ADAE9}"/>
                </a:ext>
              </a:extLst>
            </p:cNvPr>
            <p:cNvSpPr txBox="1"/>
            <p:nvPr/>
          </p:nvSpPr>
          <p:spPr>
            <a:xfrm rot="16200000">
              <a:off x="-156465" y="3751254"/>
              <a:ext cx="2566504" cy="30777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Collector (</a:t>
              </a:r>
              <a:r>
                <a:rPr lang="ru-RU" dirty="0">
                  <a:solidFill>
                    <a:schemeClr val="tx1"/>
                  </a:solidFill>
                </a:rPr>
                <a:t>Базовый класс)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B220D1C-319D-41D4-BD50-A7BBF4B1BA50}"/>
                </a:ext>
              </a:extLst>
            </p:cNvPr>
            <p:cNvSpPr txBox="1"/>
            <p:nvPr/>
          </p:nvSpPr>
          <p:spPr>
            <a:xfrm>
              <a:off x="1486593" y="5958685"/>
              <a:ext cx="1319013" cy="2852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CPUCollector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0D47AE1-FC33-45A9-8CED-2B3EC08A8D4E}"/>
                </a:ext>
              </a:extLst>
            </p:cNvPr>
            <p:cNvSpPr txBox="1"/>
            <p:nvPr/>
          </p:nvSpPr>
          <p:spPr>
            <a:xfrm>
              <a:off x="1500622" y="5011712"/>
              <a:ext cx="1319013" cy="2852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RAMCollector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F427FBC-4CBF-4203-8DE2-D2450D840AFA}"/>
                </a:ext>
              </a:extLst>
            </p:cNvPr>
            <p:cNvSpPr txBox="1"/>
            <p:nvPr/>
          </p:nvSpPr>
          <p:spPr>
            <a:xfrm>
              <a:off x="1500623" y="4064739"/>
              <a:ext cx="1319013" cy="2852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NetCollector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2026E95-3B5C-4663-9EB2-9B206F05F2E3}"/>
                </a:ext>
              </a:extLst>
            </p:cNvPr>
            <p:cNvSpPr txBox="1"/>
            <p:nvPr/>
          </p:nvSpPr>
          <p:spPr>
            <a:xfrm>
              <a:off x="1500624" y="3117766"/>
              <a:ext cx="1319013" cy="2852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DiskCollector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B90A939-AB41-4547-B540-DCF1F7189D08}"/>
                </a:ext>
              </a:extLst>
            </p:cNvPr>
            <p:cNvSpPr txBox="1"/>
            <p:nvPr/>
          </p:nvSpPr>
          <p:spPr>
            <a:xfrm>
              <a:off x="1500622" y="2170793"/>
              <a:ext cx="1319013" cy="2852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FansCollector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E5E2F17-90AE-402F-9277-CCD755714712}"/>
                </a:ext>
              </a:extLst>
            </p:cNvPr>
            <p:cNvSpPr txBox="1"/>
            <p:nvPr/>
          </p:nvSpPr>
          <p:spPr>
            <a:xfrm>
              <a:off x="3454498" y="5858836"/>
              <a:ext cx="1585245" cy="4849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Поток 1: </a:t>
              </a:r>
              <a:r>
                <a:rPr lang="en-US" dirty="0" err="1">
                  <a:solidFill>
                    <a:schemeClr val="tx1"/>
                  </a:solidFill>
                </a:rPr>
                <a:t>CPUCollector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3A5931C-D0FD-4933-856C-7CD70664356A}"/>
                </a:ext>
              </a:extLst>
            </p:cNvPr>
            <p:cNvSpPr txBox="1"/>
            <p:nvPr/>
          </p:nvSpPr>
          <p:spPr>
            <a:xfrm>
              <a:off x="3468527" y="4911863"/>
              <a:ext cx="1585245" cy="4849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Поток 2: </a:t>
              </a:r>
              <a:r>
                <a:rPr lang="en-US" dirty="0" err="1">
                  <a:solidFill>
                    <a:schemeClr val="tx1"/>
                  </a:solidFill>
                </a:rPr>
                <a:t>RAMCollector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122C9EB-410D-4BA4-A4E8-0269DDA4EF3A}"/>
                </a:ext>
              </a:extLst>
            </p:cNvPr>
            <p:cNvSpPr txBox="1"/>
            <p:nvPr/>
          </p:nvSpPr>
          <p:spPr>
            <a:xfrm>
              <a:off x="3468528" y="3964890"/>
              <a:ext cx="1585245" cy="4849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Поток 3: </a:t>
              </a:r>
              <a:r>
                <a:rPr lang="en-US" dirty="0" err="1">
                  <a:solidFill>
                    <a:schemeClr val="tx1"/>
                  </a:solidFill>
                </a:rPr>
                <a:t>NetCollector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0D9B452-C47F-49A0-A32D-D3150A0CA71E}"/>
                </a:ext>
              </a:extLst>
            </p:cNvPr>
            <p:cNvSpPr txBox="1"/>
            <p:nvPr/>
          </p:nvSpPr>
          <p:spPr>
            <a:xfrm>
              <a:off x="3468529" y="3017917"/>
              <a:ext cx="1585245" cy="4849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Поток 4: </a:t>
              </a:r>
              <a:r>
                <a:rPr lang="en-US" dirty="0" err="1">
                  <a:solidFill>
                    <a:schemeClr val="tx1"/>
                  </a:solidFill>
                </a:rPr>
                <a:t>DiskCollector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9CAA08-4070-4D0F-9873-DC8B3F5D67EC}"/>
                </a:ext>
              </a:extLst>
            </p:cNvPr>
            <p:cNvSpPr txBox="1"/>
            <p:nvPr/>
          </p:nvSpPr>
          <p:spPr>
            <a:xfrm>
              <a:off x="3468527" y="2070944"/>
              <a:ext cx="1585245" cy="4849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Поток 5: </a:t>
              </a:r>
              <a:r>
                <a:rPr lang="en-US" dirty="0" err="1">
                  <a:solidFill>
                    <a:schemeClr val="tx1"/>
                  </a:solidFill>
                </a:rPr>
                <a:t>FansCollector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Прямая со стрелкой 45">
              <a:extLst>
                <a:ext uri="{FF2B5EF4-FFF2-40B4-BE49-F238E27FC236}">
                  <a16:creationId xmlns:a16="http://schemas.microsoft.com/office/drawing/2014/main" id="{739C08F6-B1FD-42F2-BFCA-A277E90918DB}"/>
                </a:ext>
              </a:extLst>
            </p:cNvPr>
            <p:cNvCxnSpPr>
              <a:cxnSpLocks/>
              <a:stCxn id="34" idx="3"/>
              <a:endCxn id="40" idx="1"/>
            </p:cNvCxnSpPr>
            <p:nvPr/>
          </p:nvCxnSpPr>
          <p:spPr>
            <a:xfrm rot="16200000">
              <a:off x="3130052" y="5776882"/>
              <a:ext cx="0" cy="648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 стрелкой 46">
              <a:extLst>
                <a:ext uri="{FF2B5EF4-FFF2-40B4-BE49-F238E27FC236}">
                  <a16:creationId xmlns:a16="http://schemas.microsoft.com/office/drawing/2014/main" id="{8A1BA8D5-24BB-452A-ABAA-FE8D6AA75660}"/>
                </a:ext>
              </a:extLst>
            </p:cNvPr>
            <p:cNvCxnSpPr>
              <a:cxnSpLocks/>
              <a:stCxn id="36" idx="3"/>
              <a:endCxn id="41" idx="1"/>
            </p:cNvCxnSpPr>
            <p:nvPr/>
          </p:nvCxnSpPr>
          <p:spPr>
            <a:xfrm>
              <a:off x="2819635" y="5154355"/>
              <a:ext cx="64889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 стрелкой 49">
              <a:extLst>
                <a:ext uri="{FF2B5EF4-FFF2-40B4-BE49-F238E27FC236}">
                  <a16:creationId xmlns:a16="http://schemas.microsoft.com/office/drawing/2014/main" id="{545C7ED9-DC88-4745-9349-0CA2591FE890}"/>
                </a:ext>
              </a:extLst>
            </p:cNvPr>
            <p:cNvCxnSpPr>
              <a:cxnSpLocks/>
              <a:stCxn id="37" idx="3"/>
              <a:endCxn id="42" idx="1"/>
            </p:cNvCxnSpPr>
            <p:nvPr/>
          </p:nvCxnSpPr>
          <p:spPr>
            <a:xfrm>
              <a:off x="2819636" y="4207382"/>
              <a:ext cx="64889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 стрелкой 50">
              <a:extLst>
                <a:ext uri="{FF2B5EF4-FFF2-40B4-BE49-F238E27FC236}">
                  <a16:creationId xmlns:a16="http://schemas.microsoft.com/office/drawing/2014/main" id="{5BA8AFC0-3B1D-4868-A2CF-36748C7952B7}"/>
                </a:ext>
              </a:extLst>
            </p:cNvPr>
            <p:cNvCxnSpPr>
              <a:cxnSpLocks/>
              <a:stCxn id="38" idx="3"/>
              <a:endCxn id="43" idx="1"/>
            </p:cNvCxnSpPr>
            <p:nvPr/>
          </p:nvCxnSpPr>
          <p:spPr>
            <a:xfrm>
              <a:off x="2819637" y="3260409"/>
              <a:ext cx="64889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 стрелкой 51">
              <a:extLst>
                <a:ext uri="{FF2B5EF4-FFF2-40B4-BE49-F238E27FC236}">
                  <a16:creationId xmlns:a16="http://schemas.microsoft.com/office/drawing/2014/main" id="{FA4F0186-02B4-43AF-9888-6E3DB3915169}"/>
                </a:ext>
              </a:extLst>
            </p:cNvPr>
            <p:cNvCxnSpPr>
              <a:cxnSpLocks/>
              <a:stCxn id="39" idx="3"/>
              <a:endCxn id="44" idx="1"/>
            </p:cNvCxnSpPr>
            <p:nvPr/>
          </p:nvCxnSpPr>
          <p:spPr>
            <a:xfrm>
              <a:off x="2819635" y="2313436"/>
              <a:ext cx="64889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0B593D4-276D-487C-A26F-519195B63F1E}"/>
                </a:ext>
              </a:extLst>
            </p:cNvPr>
            <p:cNvSpPr txBox="1"/>
            <p:nvPr/>
          </p:nvSpPr>
          <p:spPr>
            <a:xfrm rot="16200000">
              <a:off x="3018051" y="3981621"/>
              <a:ext cx="50813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Менеджер потоков (</a:t>
              </a:r>
              <a:r>
                <a:rPr lang="en-US" b="1" dirty="0">
                  <a:solidFill>
                    <a:schemeClr val="bg1"/>
                  </a:solidFill>
                </a:rPr>
                <a:t>threadWork.py)</a:t>
              </a:r>
              <a:endParaRPr lang="ru-RU" b="1" dirty="0">
                <a:solidFill>
                  <a:schemeClr val="bg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11161AF-498F-4660-B31F-B5787F5ACE79}"/>
                </a:ext>
              </a:extLst>
            </p:cNvPr>
            <p:cNvSpPr txBox="1"/>
            <p:nvPr/>
          </p:nvSpPr>
          <p:spPr>
            <a:xfrm rot="16200000">
              <a:off x="-1800871" y="3971154"/>
              <a:ext cx="50813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Иерархия сборщиков данных (collectors.py)</a:t>
              </a:r>
            </a:p>
          </p:txBody>
        </p:sp>
        <p:cxnSp>
          <p:nvCxnSpPr>
            <p:cNvPr id="62" name="Прямая со стрелкой 61">
              <a:extLst>
                <a:ext uri="{FF2B5EF4-FFF2-40B4-BE49-F238E27FC236}">
                  <a16:creationId xmlns:a16="http://schemas.microsoft.com/office/drawing/2014/main" id="{B565B61A-0446-4B5C-A54B-7003F2FF4C5A}"/>
                </a:ext>
              </a:extLst>
            </p:cNvPr>
            <p:cNvCxnSpPr>
              <a:cxnSpLocks/>
              <a:stCxn id="33" idx="1"/>
              <a:endCxn id="34" idx="1"/>
            </p:cNvCxnSpPr>
            <p:nvPr/>
          </p:nvCxnSpPr>
          <p:spPr>
            <a:xfrm rot="16200000" flipH="1">
              <a:off x="850224" y="5464959"/>
              <a:ext cx="912934" cy="3598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>
              <a:extLst>
                <a:ext uri="{FF2B5EF4-FFF2-40B4-BE49-F238E27FC236}">
                  <a16:creationId xmlns:a16="http://schemas.microsoft.com/office/drawing/2014/main" id="{89D6F86B-4770-49F3-BD01-CC82010D0AAA}"/>
                </a:ext>
              </a:extLst>
            </p:cNvPr>
            <p:cNvCxnSpPr>
              <a:cxnSpLocks/>
              <a:stCxn id="33" idx="2"/>
              <a:endCxn id="36" idx="1"/>
            </p:cNvCxnSpPr>
            <p:nvPr/>
          </p:nvCxnSpPr>
          <p:spPr>
            <a:xfrm>
              <a:off x="1280676" y="3905143"/>
              <a:ext cx="219946" cy="1249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 стрелкой 65">
              <a:extLst>
                <a:ext uri="{FF2B5EF4-FFF2-40B4-BE49-F238E27FC236}">
                  <a16:creationId xmlns:a16="http://schemas.microsoft.com/office/drawing/2014/main" id="{5D24BC8F-52C2-4957-81AF-6A39450B2832}"/>
                </a:ext>
              </a:extLst>
            </p:cNvPr>
            <p:cNvCxnSpPr>
              <a:cxnSpLocks/>
              <a:stCxn id="33" idx="3"/>
              <a:endCxn id="39" idx="1"/>
            </p:cNvCxnSpPr>
            <p:nvPr/>
          </p:nvCxnSpPr>
          <p:spPr>
            <a:xfrm flipV="1">
              <a:off x="1126787" y="2313436"/>
              <a:ext cx="373835" cy="3084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 стрелкой 67">
              <a:extLst>
                <a:ext uri="{FF2B5EF4-FFF2-40B4-BE49-F238E27FC236}">
                  <a16:creationId xmlns:a16="http://schemas.microsoft.com/office/drawing/2014/main" id="{F648C618-C889-457F-9C37-53179A70A8F9}"/>
                </a:ext>
              </a:extLst>
            </p:cNvPr>
            <p:cNvCxnSpPr>
              <a:cxnSpLocks/>
              <a:stCxn id="33" idx="2"/>
              <a:endCxn id="38" idx="1"/>
            </p:cNvCxnSpPr>
            <p:nvPr/>
          </p:nvCxnSpPr>
          <p:spPr>
            <a:xfrm flipV="1">
              <a:off x="1280676" y="3260409"/>
              <a:ext cx="219948" cy="6447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726E4675-5ECC-4FBB-85B0-2823541DD475}"/>
                </a:ext>
              </a:extLst>
            </p:cNvPr>
            <p:cNvCxnSpPr>
              <a:cxnSpLocks/>
              <a:stCxn id="33" idx="2"/>
              <a:endCxn id="37" idx="1"/>
            </p:cNvCxnSpPr>
            <p:nvPr/>
          </p:nvCxnSpPr>
          <p:spPr>
            <a:xfrm>
              <a:off x="1280676" y="3905143"/>
              <a:ext cx="219947" cy="302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9B9838A-206F-44EA-97E8-F583FEB7D22E}"/>
                </a:ext>
              </a:extLst>
            </p:cNvPr>
            <p:cNvSpPr txBox="1"/>
            <p:nvPr/>
          </p:nvSpPr>
          <p:spPr>
            <a:xfrm rot="16200000">
              <a:off x="3484071" y="4178716"/>
              <a:ext cx="47179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b="1" dirty="0">
                  <a:solidFill>
                    <a:srgbClr val="FFFF00"/>
                  </a:solidFill>
                </a:rPr>
                <a:t>Все потоки хранятся и обрабатываются в одном массиве</a:t>
              </a:r>
            </a:p>
          </p:txBody>
        </p:sp>
        <p:cxnSp>
          <p:nvCxnSpPr>
            <p:cNvPr id="124" name="Прямая соединительная линия 123">
              <a:extLst>
                <a:ext uri="{FF2B5EF4-FFF2-40B4-BE49-F238E27FC236}">
                  <a16:creationId xmlns:a16="http://schemas.microsoft.com/office/drawing/2014/main" id="{18F9F1CA-1096-4849-A7A4-11944FA8FFF9}"/>
                </a:ext>
              </a:extLst>
            </p:cNvPr>
            <p:cNvCxnSpPr>
              <a:cxnSpLocks/>
            </p:cNvCxnSpPr>
            <p:nvPr/>
          </p:nvCxnSpPr>
          <p:spPr>
            <a:xfrm>
              <a:off x="5238572" y="2041755"/>
              <a:ext cx="0" cy="4059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Прямая со стрелкой 125">
              <a:extLst>
                <a:ext uri="{FF2B5EF4-FFF2-40B4-BE49-F238E27FC236}">
                  <a16:creationId xmlns:a16="http://schemas.microsoft.com/office/drawing/2014/main" id="{8E60E791-169E-443C-AD20-B1337C4EA1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3772" y="2321492"/>
              <a:ext cx="20189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Прямая со стрелкой 127">
              <a:extLst>
                <a:ext uri="{FF2B5EF4-FFF2-40B4-BE49-F238E27FC236}">
                  <a16:creationId xmlns:a16="http://schemas.microsoft.com/office/drawing/2014/main" id="{D8E91D15-5EC2-4B29-A5CD-80A0FBE3E40E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73" y="3064867"/>
              <a:ext cx="1744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Прямая со стрелкой 129">
              <a:extLst>
                <a:ext uri="{FF2B5EF4-FFF2-40B4-BE49-F238E27FC236}">
                  <a16:creationId xmlns:a16="http://schemas.microsoft.com/office/drawing/2014/main" id="{F4F9F55F-CB3F-4702-A09E-0BF9FED81A5F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73" y="4096022"/>
              <a:ext cx="1744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Прямая со стрелкой 130">
              <a:extLst>
                <a:ext uri="{FF2B5EF4-FFF2-40B4-BE49-F238E27FC236}">
                  <a16:creationId xmlns:a16="http://schemas.microsoft.com/office/drawing/2014/main" id="{F84AB1AB-214F-4B7B-8365-7EEC05A641F9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73" y="5094282"/>
              <a:ext cx="1744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Прямая со стрелкой 131">
              <a:extLst>
                <a:ext uri="{FF2B5EF4-FFF2-40B4-BE49-F238E27FC236}">
                  <a16:creationId xmlns:a16="http://schemas.microsoft.com/office/drawing/2014/main" id="{4558A009-967C-4CAD-9041-1D26826FDAFA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73" y="6101327"/>
              <a:ext cx="1744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7" name="Прямая со стрелкой 1026">
            <a:extLst>
              <a:ext uri="{FF2B5EF4-FFF2-40B4-BE49-F238E27FC236}">
                <a16:creationId xmlns:a16="http://schemas.microsoft.com/office/drawing/2014/main" id="{AB07C8F4-E6F4-44B4-BFAF-DEA2083607DF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255664" y="2041755"/>
            <a:ext cx="1445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BCF5A05B-CB8F-4EE8-8DC3-9E5CE0B022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993" y="6809429"/>
            <a:ext cx="72604" cy="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4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C47F0-F81B-2A4D-E986-98EF0431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17" y="320813"/>
            <a:ext cx="11360700" cy="12306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проекта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99648494-5E5E-4A64-BFFE-32FE82EDDF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3082148"/>
              </p:ext>
            </p:extLst>
          </p:nvPr>
        </p:nvGraphicFramePr>
        <p:xfrm>
          <a:off x="415650" y="2038524"/>
          <a:ext cx="11360700" cy="4593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9799B6-8491-446E-A1B5-F85FF11984A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993" y="6809429"/>
            <a:ext cx="72604" cy="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4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99FEE-DC51-F813-2C73-C3BCD0C2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97" y="563042"/>
            <a:ext cx="11070453" cy="208250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использования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628E5A-7476-4740-9A38-9A4110F72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277" y="1882146"/>
            <a:ext cx="7547827" cy="4825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ADB01C-83B8-4091-8EA4-6D9793DA534B}"/>
              </a:ext>
            </a:extLst>
          </p:cNvPr>
          <p:cNvSpPr txBox="1"/>
          <p:nvPr/>
        </p:nvSpPr>
        <p:spPr>
          <a:xfrm>
            <a:off x="130896" y="2223082"/>
            <a:ext cx="6493079" cy="263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мониторинг 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вэб страница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Удалённый контроль 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в любой точке локальной сети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 сторонние системы 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через JSON-API можно производить интеграцию в собственные сервисы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Собственные приложения 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за счет примитивной конструкции и простого REST API можно создавать свои приложения для работы с данными этой системы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6260AF-98EF-41A4-B120-9850B381C61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993" y="6809429"/>
            <a:ext cx="72604" cy="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C7BB3-3CDE-D2CC-90E1-88A728D6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86" y="177394"/>
            <a:ext cx="5829026" cy="1324800"/>
          </a:xfrm>
        </p:spPr>
        <p:txBody>
          <a:bodyPr/>
          <a:lstStyle/>
          <a:p>
            <a:pPr algn="ctr"/>
            <a:r>
              <a:rPr lang="ru-RU" dirty="0"/>
              <a:t>Зависимости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0FA66D-D907-6884-BD87-A392B02A5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99280" y="1767840"/>
            <a:ext cx="6791633" cy="4801636"/>
          </a:xfrm>
        </p:spPr>
        <p:txBody>
          <a:bodyPr/>
          <a:lstStyle/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Интерпретатор </a:t>
            </a:r>
            <a:r>
              <a:rPr lang="ru-RU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3.8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(устанавливаются через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сбор системных метрик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веб-сервер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Json5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минимум 512 МБ ОЗУ,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КБ диска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сети – не имеет значения, работает  даже без прямого соединения к маршрутизатору(через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6357E1-FE23-4CA7-A60B-0CDA3CF41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18" y="745724"/>
            <a:ext cx="4162162" cy="41621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C90FE5-27FD-42F5-86FB-088CC0AAC79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993" y="6809429"/>
            <a:ext cx="72604" cy="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3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C7BB3-3CDE-D2CC-90E1-88A728D6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86" y="177394"/>
            <a:ext cx="10922954" cy="1324800"/>
          </a:xfrm>
        </p:spPr>
        <p:txBody>
          <a:bodyPr/>
          <a:lstStyle/>
          <a:p>
            <a:pPr algn="ctr"/>
            <a:r>
              <a:rPr lang="ru-RU" dirty="0"/>
              <a:t>Планы развития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0FA66D-D907-6884-BD87-A392B02A5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080" y="1767840"/>
            <a:ext cx="10804833" cy="4801636"/>
          </a:xfrm>
        </p:spPr>
        <p:txBody>
          <a:bodyPr/>
          <a:lstStyle/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Многоагентность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собранных данных в БД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настройками через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доступа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SNMP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70922C-096D-4FD2-9F2F-8EE2B291C1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6" r="23217"/>
          <a:stretch/>
        </p:blipFill>
        <p:spPr>
          <a:xfrm>
            <a:off x="5689600" y="1267460"/>
            <a:ext cx="6217920" cy="54519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0A626F-796D-4C06-8CEC-27E0914ACD6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993" y="6809429"/>
            <a:ext cx="72604" cy="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0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EE651-AE48-2F13-A489-11C16673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00" y="424800"/>
            <a:ext cx="11360700" cy="12306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C6A005-D2D7-C8F3-054E-382B138B7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800" y="1859281"/>
            <a:ext cx="11379900" cy="457392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получилась программа которая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Выполняет роль агента сбора ресурсов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Легковесна и проста по архитектуре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Имеет наиболее оптимизированную и адаптированную структуру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Может работать в нескольких режимах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Имеет значительную расширяемость и отказоустойчивость</a:t>
            </a:r>
          </a:p>
          <a:p>
            <a:pPr marL="107950" indent="0" algn="l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Исходя из всего этого, можно сказать что проект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Ci.WebM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фундаментом для новых задач и будет расширен до уровня дипломной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83ADD6-DE8D-40DF-8616-B14298876F5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993" y="6809429"/>
            <a:ext cx="72604" cy="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D8523B16-B978-4502-BF0D-56A86B33C754}" vid="{663151F6-E9DE-4DEF-8EF5-05751C22DE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569</TotalTime>
  <Words>471</Words>
  <Application>Microsoft Office PowerPoint</Application>
  <PresentationFormat>Широкоэкранный</PresentationFormat>
  <Paragraphs>91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21" baseType="lpstr">
      <vt:lpstr>Abril Fatface</vt:lpstr>
      <vt:lpstr>Aldrich</vt:lpstr>
      <vt:lpstr>Arial</vt:lpstr>
      <vt:lpstr>Barlow Condensed</vt:lpstr>
      <vt:lpstr>Calibri</vt:lpstr>
      <vt:lpstr>DM Sans</vt:lpstr>
      <vt:lpstr>Griffy</vt:lpstr>
      <vt:lpstr>Homemade Apple</vt:lpstr>
      <vt:lpstr>Poppins</vt:lpstr>
      <vt:lpstr>Times New Roman</vt:lpstr>
      <vt:lpstr>Тема1</vt:lpstr>
      <vt:lpstr> Курсовая работа</vt:lpstr>
      <vt:lpstr>Содержание</vt:lpstr>
      <vt:lpstr>Введение</vt:lpstr>
      <vt:lpstr>Возможности</vt:lpstr>
      <vt:lpstr>Структура агента</vt:lpstr>
      <vt:lpstr>Цели проекта</vt:lpstr>
      <vt:lpstr>Варианты использования</vt:lpstr>
      <vt:lpstr>Зависимости</vt:lpstr>
      <vt:lpstr>Планы развития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Администратор</dc:creator>
  <cp:lastModifiedBy>Admin</cp:lastModifiedBy>
  <cp:revision>34</cp:revision>
  <cp:lastPrinted>2026-05-19T18:12:13Z</cp:lastPrinted>
  <dcterms:created xsi:type="dcterms:W3CDTF">2026-05-14T13:35:03Z</dcterms:created>
  <dcterms:modified xsi:type="dcterms:W3CDTF">2026-05-19T18:35:01Z</dcterms:modified>
</cp:coreProperties>
</file>